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 id="2147483676" r:id="rId6"/>
  </p:sldMasterIdLst>
  <p:notesMasterIdLst>
    <p:notesMasterId r:id="rId18"/>
  </p:notesMasterIdLst>
  <p:sldIdLst>
    <p:sldId id="257" r:id="rId7"/>
    <p:sldId id="2146848187" r:id="rId8"/>
    <p:sldId id="2146848189" r:id="rId9"/>
    <p:sldId id="2076137808" r:id="rId10"/>
    <p:sldId id="2146848196" r:id="rId11"/>
    <p:sldId id="2146848191" r:id="rId12"/>
    <p:sldId id="2146848190" r:id="rId13"/>
    <p:sldId id="2146848205" r:id="rId14"/>
    <p:sldId id="2146848208" r:id="rId24"/>
    <p:sldId id="2146848207" r:id="rId15"/>
    <p:sldId id="2146848206" r:id="rId16"/>
    <p:sldId id="21468482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FFFFCC"/>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4" d="100"/>
          <a:sy n="144" d="100"/>
        </p:scale>
        <p:origin x="900"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Garner" userId="cbc71e14-412f-4b37-aa29-5df278a55e78" providerId="ADAL" clId="{4C455729-D58E-47AC-885D-38546FA59D0A}"/>
    <pc:docChg chg="undo custSel modSld">
      <pc:chgData name="David Garner" userId="cbc71e14-412f-4b37-aa29-5df278a55e78" providerId="ADAL" clId="{4C455729-D58E-47AC-885D-38546FA59D0A}" dt="2026-03-10T15:19:08.536" v="47" actId="478"/>
      <pc:docMkLst>
        <pc:docMk/>
      </pc:docMkLst>
      <pc:sldChg chg="modSp mod">
        <pc:chgData name="David Garner" userId="cbc71e14-412f-4b37-aa29-5df278a55e78" providerId="ADAL" clId="{4C455729-D58E-47AC-885D-38546FA59D0A}" dt="2026-03-10T15:15:53.552" v="1" actId="20577"/>
        <pc:sldMkLst>
          <pc:docMk/>
          <pc:sldMk cId="4126488310" sldId="257"/>
        </pc:sldMkLst>
        <pc:spChg chg="mod">
          <ac:chgData name="David Garner" userId="cbc71e14-412f-4b37-aa29-5df278a55e78" providerId="ADAL" clId="{4C455729-D58E-47AC-885D-38546FA59D0A}" dt="2026-03-10T15:15:53.552" v="1" actId="20577"/>
          <ac:spMkLst>
            <pc:docMk/>
            <pc:sldMk cId="4126488310" sldId="257"/>
            <ac:spMk id="2" creationId="{5C0396E8-DFEC-4D88-8859-0FA44E5C5762}"/>
          </ac:spMkLst>
        </pc:spChg>
      </pc:sldChg>
      <pc:sldChg chg="modSp mod modCm">
        <pc:chgData name="David Garner" userId="cbc71e14-412f-4b37-aa29-5df278a55e78" providerId="ADAL" clId="{4C455729-D58E-47AC-885D-38546FA59D0A}" dt="2026-03-10T15:16:22.907" v="7" actId="20577"/>
        <pc:sldMkLst>
          <pc:docMk/>
          <pc:sldMk cId="3878893730" sldId="2076137808"/>
        </pc:sldMkLst>
        <pc:spChg chg="mod">
          <ac:chgData name="David Garner" userId="cbc71e14-412f-4b37-aa29-5df278a55e78" providerId="ADAL" clId="{4C455729-D58E-47AC-885D-38546FA59D0A}" dt="2026-03-10T15:16:22.907" v="7" actId="20577"/>
          <ac:spMkLst>
            <pc:docMk/>
            <pc:sldMk cId="3878893730" sldId="2076137808"/>
            <ac:spMk id="4" creationId="{A0DC7336-6350-6FCE-EFF7-ECF470305BFE}"/>
          </ac:spMkLst>
        </pc:spChg>
        <pc:extLst>
          <p:ext xmlns:p="http://schemas.openxmlformats.org/presentationml/2006/main" uri="{D6D511B9-2390-475A-947B-AFAB55BFBCF1}">
            <pc226:cmChg xmlns:pc226="http://schemas.microsoft.com/office/powerpoint/2022/06/main/command" chg="mod">
              <pc226:chgData name="David Garner" userId="cbc71e14-412f-4b37-aa29-5df278a55e78" providerId="ADAL" clId="{4C455729-D58E-47AC-885D-38546FA59D0A}" dt="2026-03-10T15:16:22.907" v="7" actId="20577"/>
              <pc2:cmMkLst xmlns:pc2="http://schemas.microsoft.com/office/powerpoint/2019/9/main/command">
                <pc:docMk/>
                <pc:sldMk cId="3878893730" sldId="2076137808"/>
                <pc2:cmMk id="{9B0741D5-54B3-44F3-B567-FF9843DF53EB}"/>
              </pc2:cmMkLst>
            </pc226:cmChg>
            <pc226:cmChg xmlns:pc226="http://schemas.microsoft.com/office/powerpoint/2022/06/main/command" chg="mod">
              <pc226:chgData name="David Garner" userId="cbc71e14-412f-4b37-aa29-5df278a55e78" providerId="ADAL" clId="{4C455729-D58E-47AC-885D-38546FA59D0A}" dt="2026-03-10T15:16:22.907" v="7" actId="20577"/>
              <pc2:cmMkLst xmlns:pc2="http://schemas.microsoft.com/office/powerpoint/2019/9/main/command">
                <pc:docMk/>
                <pc:sldMk cId="3878893730" sldId="2076137808"/>
                <pc2:cmMk id="{F9A3C6DD-DB90-4E56-B4E1-B093E14BE0CA}"/>
              </pc2:cmMkLst>
            </pc226:cmChg>
          </p:ext>
        </pc:extLst>
      </pc:sldChg>
      <pc:sldChg chg="modSp mod">
        <pc:chgData name="David Garner" userId="cbc71e14-412f-4b37-aa29-5df278a55e78" providerId="ADAL" clId="{4C455729-D58E-47AC-885D-38546FA59D0A}" dt="2026-03-10T15:17:23.415" v="20" actId="20577"/>
        <pc:sldMkLst>
          <pc:docMk/>
          <pc:sldMk cId="3025093604" sldId="2146848190"/>
        </pc:sldMkLst>
        <pc:spChg chg="mod">
          <ac:chgData name="David Garner" userId="cbc71e14-412f-4b37-aa29-5df278a55e78" providerId="ADAL" clId="{4C455729-D58E-47AC-885D-38546FA59D0A}" dt="2026-03-10T15:17:13.236" v="17" actId="20577"/>
          <ac:spMkLst>
            <pc:docMk/>
            <pc:sldMk cId="3025093604" sldId="2146848190"/>
            <ac:spMk id="2" creationId="{EBBF2F3D-4E75-F7A1-0201-A59CC7CE981A}"/>
          </ac:spMkLst>
        </pc:spChg>
        <pc:spChg chg="mod">
          <ac:chgData name="David Garner" userId="cbc71e14-412f-4b37-aa29-5df278a55e78" providerId="ADAL" clId="{4C455729-D58E-47AC-885D-38546FA59D0A}" dt="2026-03-10T15:17:23.415" v="20" actId="20577"/>
          <ac:spMkLst>
            <pc:docMk/>
            <pc:sldMk cId="3025093604" sldId="2146848190"/>
            <ac:spMk id="7" creationId="{5708B085-3F1A-3E25-C1B0-DE15827D85C4}"/>
          </ac:spMkLst>
        </pc:spChg>
        <pc:graphicFrameChg chg="modGraphic">
          <ac:chgData name="David Garner" userId="cbc71e14-412f-4b37-aa29-5df278a55e78" providerId="ADAL" clId="{4C455729-D58E-47AC-885D-38546FA59D0A}" dt="2026-03-10T15:17:06.441" v="16" actId="2164"/>
          <ac:graphicFrameMkLst>
            <pc:docMk/>
            <pc:sldMk cId="3025093604" sldId="2146848190"/>
            <ac:graphicFrameMk id="9" creationId="{D208D353-8658-CF04-74BD-86E63A563793}"/>
          </ac:graphicFrameMkLst>
        </pc:graphicFrameChg>
      </pc:sldChg>
      <pc:sldChg chg="modSp mod">
        <pc:chgData name="David Garner" userId="cbc71e14-412f-4b37-aa29-5df278a55e78" providerId="ADAL" clId="{4C455729-D58E-47AC-885D-38546FA59D0A}" dt="2026-03-10T15:16:56.509" v="15" actId="2164"/>
        <pc:sldMkLst>
          <pc:docMk/>
          <pc:sldMk cId="3730074425" sldId="2146848191"/>
        </pc:sldMkLst>
        <pc:graphicFrameChg chg="modGraphic">
          <ac:chgData name="David Garner" userId="cbc71e14-412f-4b37-aa29-5df278a55e78" providerId="ADAL" clId="{4C455729-D58E-47AC-885D-38546FA59D0A}" dt="2026-03-10T15:16:56.509" v="15" actId="2164"/>
          <ac:graphicFrameMkLst>
            <pc:docMk/>
            <pc:sldMk cId="3730074425" sldId="2146848191"/>
            <ac:graphicFrameMk id="39" creationId="{15B5677A-8B35-AF5E-1449-0416E97ACC2E}"/>
          </ac:graphicFrameMkLst>
        </pc:graphicFrameChg>
      </pc:sldChg>
      <pc:sldChg chg="modSp mod">
        <pc:chgData name="David Garner" userId="cbc71e14-412f-4b37-aa29-5df278a55e78" providerId="ADAL" clId="{4C455729-D58E-47AC-885D-38546FA59D0A}" dt="2026-03-10T15:16:31.998" v="13" actId="20577"/>
        <pc:sldMkLst>
          <pc:docMk/>
          <pc:sldMk cId="1847491596" sldId="2146848196"/>
        </pc:sldMkLst>
        <pc:spChg chg="mod">
          <ac:chgData name="David Garner" userId="cbc71e14-412f-4b37-aa29-5df278a55e78" providerId="ADAL" clId="{4C455729-D58E-47AC-885D-38546FA59D0A}" dt="2026-03-10T15:16:31.998" v="13" actId="20577"/>
          <ac:spMkLst>
            <pc:docMk/>
            <pc:sldMk cId="1847491596" sldId="2146848196"/>
            <ac:spMk id="5" creationId="{29A040FE-5DD0-960D-A5D9-96312B731F04}"/>
          </ac:spMkLst>
        </pc:spChg>
      </pc:sldChg>
      <pc:sldChg chg="modSp mod">
        <pc:chgData name="David Garner" userId="cbc71e14-412f-4b37-aa29-5df278a55e78" providerId="ADAL" clId="{4C455729-D58E-47AC-885D-38546FA59D0A}" dt="2026-03-10T15:18:26.850" v="45" actId="20577"/>
        <pc:sldMkLst>
          <pc:docMk/>
          <pc:sldMk cId="3697289609" sldId="2146848203"/>
        </pc:sldMkLst>
        <pc:spChg chg="mod">
          <ac:chgData name="David Garner" userId="cbc71e14-412f-4b37-aa29-5df278a55e78" providerId="ADAL" clId="{4C455729-D58E-47AC-885D-38546FA59D0A}" dt="2026-03-10T15:18:26.850" v="45" actId="20577"/>
          <ac:spMkLst>
            <pc:docMk/>
            <pc:sldMk cId="3697289609" sldId="2146848203"/>
            <ac:spMk id="3" creationId="{999465E1-FD45-F61F-B0C4-9DF6129816E5}"/>
          </ac:spMkLst>
        </pc:spChg>
      </pc:sldChg>
      <pc:sldChg chg="modSp mod">
        <pc:chgData name="David Garner" userId="cbc71e14-412f-4b37-aa29-5df278a55e78" providerId="ADAL" clId="{4C455729-D58E-47AC-885D-38546FA59D0A}" dt="2026-03-10T15:17:36.555" v="24" actId="20577"/>
        <pc:sldMkLst>
          <pc:docMk/>
          <pc:sldMk cId="2433281103" sldId="2146848205"/>
        </pc:sldMkLst>
        <pc:spChg chg="mod">
          <ac:chgData name="David Garner" userId="cbc71e14-412f-4b37-aa29-5df278a55e78" providerId="ADAL" clId="{4C455729-D58E-47AC-885D-38546FA59D0A}" dt="2026-03-10T15:17:33.379" v="22" actId="20577"/>
          <ac:spMkLst>
            <pc:docMk/>
            <pc:sldMk cId="2433281103" sldId="2146848205"/>
            <ac:spMk id="2" creationId="{9C454034-9F28-1397-1298-FB611DE27529}"/>
          </ac:spMkLst>
        </pc:spChg>
        <pc:spChg chg="mod">
          <ac:chgData name="David Garner" userId="cbc71e14-412f-4b37-aa29-5df278a55e78" providerId="ADAL" clId="{4C455729-D58E-47AC-885D-38546FA59D0A}" dt="2026-03-10T15:17:36.555" v="24" actId="20577"/>
          <ac:spMkLst>
            <pc:docMk/>
            <pc:sldMk cId="2433281103" sldId="2146848205"/>
            <ac:spMk id="7" creationId="{1AEF8C9C-C5E4-8B21-EC9D-D32AEBFC8725}"/>
          </ac:spMkLst>
        </pc:spChg>
        <pc:graphicFrameChg chg="modGraphic">
          <ac:chgData name="David Garner" userId="cbc71e14-412f-4b37-aa29-5df278a55e78" providerId="ADAL" clId="{4C455729-D58E-47AC-885D-38546FA59D0A}" dt="2026-03-10T15:17:30.143" v="21" actId="2164"/>
          <ac:graphicFrameMkLst>
            <pc:docMk/>
            <pc:sldMk cId="2433281103" sldId="2146848205"/>
            <ac:graphicFrameMk id="9" creationId="{8AEE2796-FDA1-C7E2-4C77-12550670B4DA}"/>
          </ac:graphicFrameMkLst>
        </pc:graphicFrameChg>
      </pc:sldChg>
      <pc:sldChg chg="modSp mod">
        <pc:chgData name="David Garner" userId="cbc71e14-412f-4b37-aa29-5df278a55e78" providerId="ADAL" clId="{4C455729-D58E-47AC-885D-38546FA59D0A}" dt="2026-03-10T15:18:16.504" v="43" actId="20577"/>
        <pc:sldMkLst>
          <pc:docMk/>
          <pc:sldMk cId="2968895078" sldId="2146848206"/>
        </pc:sldMkLst>
        <pc:spChg chg="mod">
          <ac:chgData name="David Garner" userId="cbc71e14-412f-4b37-aa29-5df278a55e78" providerId="ADAL" clId="{4C455729-D58E-47AC-885D-38546FA59D0A}" dt="2026-03-10T15:18:16.504" v="43" actId="20577"/>
          <ac:spMkLst>
            <pc:docMk/>
            <pc:sldMk cId="2968895078" sldId="2146848206"/>
            <ac:spMk id="2" creationId="{FC298585-7003-92B8-D630-6A33A7C057E2}"/>
          </ac:spMkLst>
        </pc:spChg>
        <pc:spChg chg="mod">
          <ac:chgData name="David Garner" userId="cbc71e14-412f-4b37-aa29-5df278a55e78" providerId="ADAL" clId="{4C455729-D58E-47AC-885D-38546FA59D0A}" dt="2026-03-10T15:18:10.291" v="42" actId="20577"/>
          <ac:spMkLst>
            <pc:docMk/>
            <pc:sldMk cId="2968895078" sldId="2146848206"/>
            <ac:spMk id="7" creationId="{7901ACE9-ACB5-4325-96CC-121E6EFD24CC}"/>
          </ac:spMkLst>
        </pc:spChg>
        <pc:graphicFrameChg chg="modGraphic">
          <ac:chgData name="David Garner" userId="cbc71e14-412f-4b37-aa29-5df278a55e78" providerId="ADAL" clId="{4C455729-D58E-47AC-885D-38546FA59D0A}" dt="2026-03-10T15:18:05.796" v="40" actId="2164"/>
          <ac:graphicFrameMkLst>
            <pc:docMk/>
            <pc:sldMk cId="2968895078" sldId="2146848206"/>
            <ac:graphicFrameMk id="9" creationId="{671C1740-908C-44BD-1148-F623AD9D3A81}"/>
          </ac:graphicFrameMkLst>
        </pc:graphicFrameChg>
      </pc:sldChg>
      <pc:sldChg chg="delSp modSp mod modCm">
        <pc:chgData name="David Garner" userId="cbc71e14-412f-4b37-aa29-5df278a55e78" providerId="ADAL" clId="{4C455729-D58E-47AC-885D-38546FA59D0A}" dt="2026-03-10T15:19:08.536" v="47" actId="478"/>
        <pc:sldMkLst>
          <pc:docMk/>
          <pc:sldMk cId="3848075084" sldId="2146848207"/>
        </pc:sldMkLst>
        <pc:spChg chg="mod">
          <ac:chgData name="David Garner" userId="cbc71e14-412f-4b37-aa29-5df278a55e78" providerId="ADAL" clId="{4C455729-D58E-47AC-885D-38546FA59D0A}" dt="2026-03-10T15:17:50.016" v="37" actId="20577"/>
          <ac:spMkLst>
            <pc:docMk/>
            <pc:sldMk cId="3848075084" sldId="2146848207"/>
            <ac:spMk id="2" creationId="{1F3FD200-DF29-C72B-1D07-AB2BBB0485FF}"/>
          </ac:spMkLst>
        </pc:spChg>
        <pc:spChg chg="del">
          <ac:chgData name="David Garner" userId="cbc71e14-412f-4b37-aa29-5df278a55e78" providerId="ADAL" clId="{4C455729-D58E-47AC-885D-38546FA59D0A}" dt="2026-03-10T15:19:08.536" v="47" actId="478"/>
          <ac:spMkLst>
            <pc:docMk/>
            <pc:sldMk cId="3848075084" sldId="2146848207"/>
            <ac:spMk id="3" creationId="{FF3BA1EF-62AF-0C02-256D-78BB0C1E8498}"/>
          </ac:spMkLst>
        </pc:spChg>
        <pc:spChg chg="mod">
          <ac:chgData name="David Garner" userId="cbc71e14-412f-4b37-aa29-5df278a55e78" providerId="ADAL" clId="{4C455729-D58E-47AC-885D-38546FA59D0A}" dt="2026-03-10T15:17:54.062" v="39" actId="20577"/>
          <ac:spMkLst>
            <pc:docMk/>
            <pc:sldMk cId="3848075084" sldId="2146848207"/>
            <ac:spMk id="7" creationId="{F1F4CE58-7EB0-BB60-0021-9B98C63C9C58}"/>
          </ac:spMkLst>
        </pc:spChg>
        <pc:spChg chg="del">
          <ac:chgData name="David Garner" userId="cbc71e14-412f-4b37-aa29-5df278a55e78" providerId="ADAL" clId="{4C455729-D58E-47AC-885D-38546FA59D0A}" dt="2026-03-10T15:19:06.737" v="46" actId="478"/>
          <ac:spMkLst>
            <pc:docMk/>
            <pc:sldMk cId="3848075084" sldId="2146848207"/>
            <ac:spMk id="8" creationId="{8A63C4D1-7B77-CFAE-D45D-D80E6811D65A}"/>
          </ac:spMkLst>
        </pc:spChg>
        <pc:graphicFrameChg chg="modGraphic">
          <ac:chgData name="David Garner" userId="cbc71e14-412f-4b37-aa29-5df278a55e78" providerId="ADAL" clId="{4C455729-D58E-47AC-885D-38546FA59D0A}" dt="2026-03-10T15:17:42.250" v="25" actId="2164"/>
          <ac:graphicFrameMkLst>
            <pc:docMk/>
            <pc:sldMk cId="3848075084" sldId="2146848207"/>
            <ac:graphicFrameMk id="9" creationId="{DB377E20-04D0-5AEC-A66A-F30B7014A7A1}"/>
          </ac:graphicFrameMkLst>
        </pc:graphicFrameChg>
        <pc:extLst>
          <p:ext xmlns:p="http://schemas.openxmlformats.org/presentationml/2006/main" uri="{D6D511B9-2390-475A-947B-AFAB55BFBCF1}">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9C42464A-4398-4ADC-A70E-374E906BA44E}"/>
              </pc2:cmMkLst>
            </pc226:cmChg>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E6DC9265-638B-43AF-A44A-AC3D579A92EB}"/>
              </pc2:cmMkLst>
            </pc226:cmChg>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22731B7E-2A90-4D9A-B372-9FEDD7CB7FED}"/>
              </pc2:cmMkLst>
            </pc226:cmChg>
          </p:ext>
        </pc:ext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E922EC-2A61-4F4D-8DC4-BA287447E982}" type="datetimeFigureOut">
              <a:rPr lang="en-GB" smtClean="0"/>
              <a:t>10/03/2026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FEE7C-B619-407F-AB56-78E1EEBAE23A}" type="slidenum">
              <a:rPr lang="en-GB" smtClean="0"/>
              <a:t>‹#›</a:t>
            </a:fld>
            <a:endParaRPr lang="en-GB"/>
          </a:p>
        </p:txBody>
      </p:sp>
    </p:spTree>
    <p:extLst>
      <p:ext uri="{BB962C8B-B14F-4D97-AF65-F5344CB8AC3E}">
        <p14:creationId xmlns:p14="http://schemas.microsoft.com/office/powerpoint/2010/main" val="2694205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1</a:t>
            </a:fld>
            <a:endParaRPr lang="en-GB"/>
          </a:p>
        </p:txBody>
      </p:sp>
    </p:spTree>
    <p:extLst>
      <p:ext uri="{BB962C8B-B14F-4D97-AF65-F5344CB8AC3E}">
        <p14:creationId xmlns:p14="http://schemas.microsoft.com/office/powerpoint/2010/main" val="2465222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5</a:t>
            </a:fld>
            <a:endParaRPr lang="en-GB"/>
          </a:p>
        </p:txBody>
      </p:sp>
    </p:spTree>
    <p:extLst>
      <p:ext uri="{BB962C8B-B14F-4D97-AF65-F5344CB8AC3E}">
        <p14:creationId xmlns:p14="http://schemas.microsoft.com/office/powerpoint/2010/main" val="65806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7</a:t>
            </a:fld>
            <a:endParaRPr lang="en-GB"/>
          </a:p>
        </p:txBody>
      </p:sp>
    </p:spTree>
    <p:extLst>
      <p:ext uri="{BB962C8B-B14F-4D97-AF65-F5344CB8AC3E}">
        <p14:creationId xmlns:p14="http://schemas.microsoft.com/office/powerpoint/2010/main" val="261611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2FB5-7DDC-B4B6-AC41-1F398EF50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3089B-6B96-E9C2-D135-81291D7204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2B1B83B-7852-9D75-A125-4F14F7E6FA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189749E-33D7-0B08-477B-80E358B32A0E}"/>
              </a:ext>
            </a:extLst>
          </p:cNvPr>
          <p:cNvSpPr>
            <a:spLocks noGrp="1"/>
          </p:cNvSpPr>
          <p:nvPr>
            <p:ph type="sldNum" sz="quarter" idx="5"/>
          </p:nvPr>
        </p:nvSpPr>
        <p:spPr/>
        <p:txBody>
          <a:bodyPr/>
          <a:lstStyle/>
          <a:p>
            <a:fld id="{72EFEE7C-B619-407F-AB56-78E1EEBAE23A}" type="slidenum">
              <a:rPr lang="en-GB" smtClean="0"/>
              <a:t>8</a:t>
            </a:fld>
            <a:endParaRPr lang="en-GB"/>
          </a:p>
        </p:txBody>
      </p:sp>
    </p:spTree>
    <p:extLst>
      <p:ext uri="{BB962C8B-B14F-4D97-AF65-F5344CB8AC3E}">
        <p14:creationId xmlns:p14="http://schemas.microsoft.com/office/powerpoint/2010/main" val="330925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EE2-A3B3-B844-FF54-4CA1DEBCE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58434-F942-1E64-3AAD-2C4451470E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D96CC00-D41A-8807-4EFD-A312B29B18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B1AE356-BA1E-1FC5-2735-A5D5C9821D44}"/>
              </a:ext>
            </a:extLst>
          </p:cNvPr>
          <p:cNvSpPr>
            <a:spLocks noGrp="1"/>
          </p:cNvSpPr>
          <p:nvPr>
            <p:ph type="sldNum" sz="quarter" idx="5"/>
          </p:nvPr>
        </p:nvSpPr>
        <p:spPr/>
        <p:txBody>
          <a:bodyPr/>
          <a:lstStyle/>
          <a:p>
            <a:fld id="{72EFEE7C-B619-407F-AB56-78E1EEBAE23A}" type="slidenum">
              <a:rPr lang="en-GB" smtClean="0"/>
              <a:t>9</a:t>
            </a:fld>
            <a:endParaRPr lang="en-GB"/>
          </a:p>
        </p:txBody>
      </p:sp>
    </p:spTree>
    <p:extLst>
      <p:ext uri="{BB962C8B-B14F-4D97-AF65-F5344CB8AC3E}">
        <p14:creationId xmlns:p14="http://schemas.microsoft.com/office/powerpoint/2010/main" val="3253577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A51E-032C-CB02-F282-85B209678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003D3-0047-11B3-F278-C996680066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9CF947A-485B-78AB-1902-4E0F911C57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2DD76B0-2057-A216-3E8D-6E8265E0BEDD}"/>
              </a:ext>
            </a:extLst>
          </p:cNvPr>
          <p:cNvSpPr>
            <a:spLocks noGrp="1"/>
          </p:cNvSpPr>
          <p:nvPr>
            <p:ph type="sldNum" sz="quarter" idx="5"/>
          </p:nvPr>
        </p:nvSpPr>
        <p:spPr/>
        <p:txBody>
          <a:bodyPr/>
          <a:lstStyle/>
          <a:p>
            <a:fld id="{72EFEE7C-B619-407F-AB56-78E1EEBAE23A}" type="slidenum">
              <a:rPr lang="en-GB" smtClean="0"/>
              <a:t>10</a:t>
            </a:fld>
            <a:endParaRPr lang="en-GB"/>
          </a:p>
        </p:txBody>
      </p:sp>
    </p:spTree>
    <p:extLst>
      <p:ext uri="{BB962C8B-B14F-4D97-AF65-F5344CB8AC3E}">
        <p14:creationId xmlns:p14="http://schemas.microsoft.com/office/powerpoint/2010/main" val="2400239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emf"/><Relationship Id="rId3" Type="http://schemas.openxmlformats.org/officeDocument/2006/relationships/image" Target="../media/image6.emf"/><Relationship Id="rId4" Type="http://schemas.openxmlformats.org/officeDocument/2006/relationships/image" Target="../media/image7.emf"/><Relationship Id="rId5" Type="http://schemas.openxmlformats.org/officeDocument/2006/relationships/image" Target="../media/image3.emf"/><Relationship Id="rId6"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emf"/><Relationship Id="rId3" Type="http://schemas.openxmlformats.org/officeDocument/2006/relationships/image" Target="../media/image9.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emf"/><Relationship Id="rId3" Type="http://schemas.openxmlformats.org/officeDocument/2006/relationships/image" Target="../media/image1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emf"/><Relationship Id="rId3" Type="http://schemas.openxmlformats.org/officeDocument/2006/relationships/image" Target="../media/image1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emf"/><Relationship Id="rId3" Type="http://schemas.openxmlformats.org/officeDocument/2006/relationships/image" Target="../media/image13.emf"/><Relationship Id="rId4" Type="http://schemas.openxmlformats.org/officeDocument/2006/relationships/image" Target="../media/image14.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emf"/><Relationship Id="rId3" Type="http://schemas.openxmlformats.org/officeDocument/2006/relationships/image" Target="../media/image14.emf"/><Relationship Id="rId4" Type="http://schemas.openxmlformats.org/officeDocument/2006/relationships/image" Target="../media/image15.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emf"/><Relationship Id="rId3" Type="http://schemas.openxmlformats.org/officeDocument/2006/relationships/image" Target="../media/image1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emf"/><Relationship Id="rId3" Type="http://schemas.openxmlformats.org/officeDocument/2006/relationships/image" Target="../media/image17.emf"/><Relationship Id="rId4" Type="http://schemas.openxmlformats.org/officeDocument/2006/relationships/image" Target="../media/image1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emf"/><Relationship Id="rId3" Type="http://schemas.openxmlformats.org/officeDocument/2006/relationships/image" Target="../media/image18.emf"/><Relationship Id="rId4" Type="http://schemas.openxmlformats.org/officeDocument/2006/relationships/image" Target="../media/image19.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emf"/><Relationship Id="rId3" Type="http://schemas.openxmlformats.org/officeDocument/2006/relationships/image" Target="../media/image18.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emf"/><Relationship Id="rId3" Type="http://schemas.openxmlformats.org/officeDocument/2006/relationships/image" Target="../media/image20.emf"/><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emf"/><Relationship Id="rId3" Type="http://schemas.openxmlformats.org/officeDocument/2006/relationships/image" Target="../media/image21.emf"/><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emf"/><Relationship Id="rId3"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emf"/><Relationship Id="rId3" Type="http://schemas.openxmlformats.org/officeDocument/2006/relationships/image" Target="../media/image5.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jpeg"/><Relationship Id="rId3" Type="http://schemas.openxmlformats.org/officeDocument/2006/relationships/image" Target="../media/image23.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4.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4.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05D2C-D0CC-42E8-9949-5A5502952ACE}"/>
              </a:ext>
            </a:extLst>
          </p:cNvPr>
          <p:cNvSpPr>
            <a:spLocks noGrp="1"/>
          </p:cNvSpPr>
          <p:nvPr>
            <p:ph type="title" hasCustomPrompt="1"/>
          </p:nvPr>
        </p:nvSpPr>
        <p:spPr>
          <a:xfrm>
            <a:off x="750948" y="326066"/>
            <a:ext cx="10515600" cy="3102935"/>
          </a:xfrm>
          <a:prstGeom prst="rect">
            <a:avLst/>
          </a:prstGeom>
        </p:spPr>
        <p:txBody>
          <a:bodyPr/>
          <a:lstStyle>
            <a:lvl1pPr>
              <a:defRPr sz="9600" b="1">
                <a:latin typeface="+mj-lt"/>
                <a:cs typeface="Calibri" panose="020F0502020204030204" pitchFamily="34" charset="0"/>
              </a:defRPr>
            </a:lvl1pPr>
          </a:lstStyle>
          <a:p>
            <a:r>
              <a:rPr lang="en-US"/>
              <a:t>Presentation title</a:t>
            </a:r>
            <a:endParaRPr lang="en-GB"/>
          </a:p>
        </p:txBody>
      </p:sp>
      <p:sp>
        <p:nvSpPr>
          <p:cNvPr id="8" name="Text Placeholder 7">
            <a:extLst>
              <a:ext uri="{FF2B5EF4-FFF2-40B4-BE49-F238E27FC236}">
                <a16:creationId xmlns:a16="http://schemas.microsoft.com/office/drawing/2014/main" id="{CDA207B9-1364-4BEE-9442-FB1C2F89B78C}"/>
              </a:ext>
            </a:extLst>
          </p:cNvPr>
          <p:cNvSpPr>
            <a:spLocks noGrp="1"/>
          </p:cNvSpPr>
          <p:nvPr>
            <p:ph type="body" sz="quarter" idx="10" hasCustomPrompt="1"/>
          </p:nvPr>
        </p:nvSpPr>
        <p:spPr>
          <a:xfrm>
            <a:off x="750948" y="3910212"/>
            <a:ext cx="10515600" cy="960801"/>
          </a:xfrm>
        </p:spPr>
        <p:txBody>
          <a:bodyPr/>
          <a:lstStyle>
            <a:lvl1pPr>
              <a:defRPr b="0"/>
            </a:lvl1pPr>
          </a:lstStyle>
          <a:p>
            <a:pPr lvl="0"/>
            <a:r>
              <a:rPr lang="en-US"/>
              <a:t>Presenter name</a:t>
            </a:r>
          </a:p>
        </p:txBody>
      </p:sp>
      <p:sp>
        <p:nvSpPr>
          <p:cNvPr id="10" name="Text Placeholder 9">
            <a:extLst>
              <a:ext uri="{FF2B5EF4-FFF2-40B4-BE49-F238E27FC236}">
                <a16:creationId xmlns:a16="http://schemas.microsoft.com/office/drawing/2014/main" id="{8D2ABC5F-BF6D-4627-96BB-0F1F89C800F0}"/>
              </a:ext>
            </a:extLst>
          </p:cNvPr>
          <p:cNvSpPr>
            <a:spLocks noGrp="1"/>
          </p:cNvSpPr>
          <p:nvPr>
            <p:ph type="body" sz="quarter" idx="11" hasCustomPrompt="1"/>
          </p:nvPr>
        </p:nvSpPr>
        <p:spPr>
          <a:xfrm>
            <a:off x="750948" y="5168443"/>
            <a:ext cx="10515600" cy="767655"/>
          </a:xfrm>
        </p:spPr>
        <p:txBody>
          <a:bodyPr/>
          <a:lstStyle>
            <a:lvl1pPr>
              <a:defRPr sz="4267" b="0">
                <a:latin typeface="+mn-lt"/>
                <a:cs typeface="Calibri" panose="020F0502020204030204" pitchFamily="34" charset="0"/>
              </a:defRPr>
            </a:lvl1pPr>
          </a:lstStyle>
          <a:p>
            <a:pPr lvl="0"/>
            <a:r>
              <a:rPr lang="en-US"/>
              <a:t>Month, Year</a:t>
            </a:r>
          </a:p>
        </p:txBody>
      </p:sp>
    </p:spTree>
    <p:extLst>
      <p:ext uri="{BB962C8B-B14F-4D97-AF65-F5344CB8AC3E}">
        <p14:creationId xmlns:p14="http://schemas.microsoft.com/office/powerpoint/2010/main" val="416150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detai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FEF2EA-1063-4E84-98D8-1EC3C0F80F25}"/>
              </a:ext>
            </a:extLst>
          </p:cNvPr>
          <p:cNvSpPr>
            <a:spLocks noGrp="1"/>
          </p:cNvSpPr>
          <p:nvPr>
            <p:ph type="title"/>
          </p:nvPr>
        </p:nvSpPr>
        <p:spPr>
          <a:xfrm>
            <a:off x="609842" y="436522"/>
            <a:ext cx="10972319" cy="1325033"/>
          </a:xfrm>
          <a:prstGeom prst="rect">
            <a:avLst/>
          </a:prstGeom>
        </p:spPr>
        <p:txBody>
          <a:bodyPr/>
          <a:lstStyle>
            <a:lvl1pPr>
              <a:defRPr sz="5333" b="1">
                <a:latin typeface="+mj-lt"/>
              </a:defRPr>
            </a:lvl1pPr>
          </a:lstStyle>
          <a:p>
            <a:r>
              <a:rPr lang="en-US"/>
              <a:t>Click to edit Master title style</a:t>
            </a:r>
            <a:endParaRPr lang="en-GB"/>
          </a:p>
        </p:txBody>
      </p:sp>
      <p:sp>
        <p:nvSpPr>
          <p:cNvPr id="3" name="Shape 8">
            <a:extLst>
              <a:ext uri="{FF2B5EF4-FFF2-40B4-BE49-F238E27FC236}">
                <a16:creationId xmlns:a16="http://schemas.microsoft.com/office/drawing/2014/main" id="{628A8322-546D-4F39-A2EF-5E9FF2B148A5}"/>
              </a:ext>
            </a:extLst>
          </p:cNvPr>
          <p:cNvSpPr txBox="1">
            <a:spLocks noGrp="1"/>
          </p:cNvSpPr>
          <p:nvPr>
            <p:ph idx="1" hasCustomPrompt="1"/>
          </p:nvPr>
        </p:nvSpPr>
        <p:spPr>
          <a:xfrm>
            <a:off x="609842" y="2900863"/>
            <a:ext cx="10972319" cy="1056276"/>
          </a:xfrm>
          <a:prstGeom prst="rect">
            <a:avLst/>
          </a:prstGeom>
          <a:noFill/>
          <a:ln>
            <a:noFill/>
          </a:ln>
        </p:spPr>
        <p:txBody>
          <a:bodyPr lIns="91425" tIns="91425" rIns="91425" bIns="91425" anchor="t" anchorCtr="0"/>
          <a:lstStyle>
            <a:lvl1pPr marL="0" marR="0" indent="0" algn="l" rtl="0">
              <a:spcBef>
                <a:spcPts val="0"/>
              </a:spcBef>
              <a:defRPr sz="4267" b="0" i="0"/>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pPr lvl="0"/>
            <a:r>
              <a:rPr lang="en-US"/>
              <a:t>Key points here</a:t>
            </a:r>
          </a:p>
        </p:txBody>
      </p:sp>
    </p:spTree>
    <p:extLst>
      <p:ext uri="{BB962C8B-B14F-4D97-AF65-F5344CB8AC3E}">
        <p14:creationId xmlns:p14="http://schemas.microsoft.com/office/powerpoint/2010/main" val="1554059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
          <p:cNvSpPr>
            <a:spLocks noChangeArrowheads="1"/>
          </p:cNvSpPr>
          <p:nvPr/>
        </p:nvSpPr>
        <p:spPr bwMode="auto">
          <a:xfrm flipV="1">
            <a:off x="599024" y="1528763"/>
            <a:ext cx="8157633" cy="2159000"/>
          </a:xfrm>
          <a:prstGeom prst="roundRect">
            <a:avLst>
              <a:gd name="adj" fmla="val 4407"/>
            </a:avLst>
          </a:prstGeom>
          <a:solidFill>
            <a:srgbClr val="5F286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2400">
                <a:solidFill>
                  <a:schemeClr val="tx1"/>
                </a:solidFill>
                <a:latin typeface="Arial" charset="0"/>
                <a:ea typeface="ヒラギノ角ゴ Pro W3" pitchFamily="-16" charset="-128"/>
              </a:defRPr>
            </a:lvl1pPr>
            <a:lvl2pPr marL="742950" indent="-285750">
              <a:defRPr sz="2400">
                <a:solidFill>
                  <a:schemeClr val="tx1"/>
                </a:solidFill>
                <a:latin typeface="Arial" charset="0"/>
                <a:ea typeface="ヒラギノ角ゴ Pro W3" pitchFamily="-16" charset="-128"/>
              </a:defRPr>
            </a:lvl2pPr>
            <a:lvl3pPr marL="1143000" indent="-228600">
              <a:defRPr sz="2400">
                <a:solidFill>
                  <a:schemeClr val="tx1"/>
                </a:solidFill>
                <a:latin typeface="Arial" charset="0"/>
                <a:ea typeface="ヒラギノ角ゴ Pro W3" pitchFamily="-16" charset="-128"/>
              </a:defRPr>
            </a:lvl3pPr>
            <a:lvl4pPr marL="1600200" indent="-228600">
              <a:defRPr sz="2400">
                <a:solidFill>
                  <a:schemeClr val="tx1"/>
                </a:solidFill>
                <a:latin typeface="Arial" charset="0"/>
                <a:ea typeface="ヒラギノ角ゴ Pro W3" pitchFamily="-16" charset="-128"/>
              </a:defRPr>
            </a:lvl4pPr>
            <a:lvl5pPr marL="2057400" indent="-228600">
              <a:defRPr sz="2400">
                <a:solidFill>
                  <a:schemeClr val="tx1"/>
                </a:solidFill>
                <a:latin typeface="Arial" charset="0"/>
                <a:ea typeface="ヒラギノ角ゴ Pro W3" pitchFamily="-16" charset="-128"/>
              </a:defRPr>
            </a:lvl5pPr>
            <a:lvl6pPr marL="2514600" indent="-228600" eaLnBrk="0" fontAlgn="base" hangingPunct="0">
              <a:spcBef>
                <a:spcPct val="0"/>
              </a:spcBef>
              <a:spcAft>
                <a:spcPct val="0"/>
              </a:spcAft>
              <a:defRPr sz="2400">
                <a:solidFill>
                  <a:schemeClr val="tx1"/>
                </a:solidFill>
                <a:latin typeface="Arial" charset="0"/>
                <a:ea typeface="ヒラギノ角ゴ Pro W3" pitchFamily="-16" charset="-128"/>
              </a:defRPr>
            </a:lvl6pPr>
            <a:lvl7pPr marL="2971800" indent="-228600" eaLnBrk="0" fontAlgn="base" hangingPunct="0">
              <a:spcBef>
                <a:spcPct val="0"/>
              </a:spcBef>
              <a:spcAft>
                <a:spcPct val="0"/>
              </a:spcAft>
              <a:defRPr sz="2400">
                <a:solidFill>
                  <a:schemeClr val="tx1"/>
                </a:solidFill>
                <a:latin typeface="Arial" charset="0"/>
                <a:ea typeface="ヒラギノ角ゴ Pro W3" pitchFamily="-16" charset="-128"/>
              </a:defRPr>
            </a:lvl7pPr>
            <a:lvl8pPr marL="3429000" indent="-228600" eaLnBrk="0" fontAlgn="base" hangingPunct="0">
              <a:spcBef>
                <a:spcPct val="0"/>
              </a:spcBef>
              <a:spcAft>
                <a:spcPct val="0"/>
              </a:spcAft>
              <a:defRPr sz="2400">
                <a:solidFill>
                  <a:schemeClr val="tx1"/>
                </a:solidFill>
                <a:latin typeface="Arial" charset="0"/>
                <a:ea typeface="ヒラギノ角ゴ Pro W3" pitchFamily="-16" charset="-128"/>
              </a:defRPr>
            </a:lvl8pPr>
            <a:lvl9pPr marL="3886200" indent="-228600" eaLnBrk="0" fontAlgn="base" hangingPunct="0">
              <a:spcBef>
                <a:spcPct val="0"/>
              </a:spcBef>
              <a:spcAft>
                <a:spcPct val="0"/>
              </a:spcAft>
              <a:defRPr sz="2400">
                <a:solidFill>
                  <a:schemeClr val="tx1"/>
                </a:solidFill>
                <a:latin typeface="Arial" charset="0"/>
                <a:ea typeface="ヒラギノ角ゴ Pro W3" pitchFamily="-16" charset="-128"/>
              </a:defRPr>
            </a:lvl9pPr>
          </a:lstStyle>
          <a:p>
            <a:pPr eaLnBrk="0" fontAlgn="base" hangingPunct="0">
              <a:spcBef>
                <a:spcPct val="0"/>
              </a:spcBef>
              <a:spcAft>
                <a:spcPct val="0"/>
              </a:spcAft>
              <a:defRPr/>
            </a:pPr>
            <a:endParaRPr lang="en-GB" altLang="en-US" sz="2400">
              <a:solidFill>
                <a:srgbClr val="000000"/>
              </a:solidFill>
            </a:endParaRPr>
          </a:p>
        </p:txBody>
      </p:sp>
      <p:sp>
        <p:nvSpPr>
          <p:cNvPr id="7171" name="Rectangle 3"/>
          <p:cNvSpPr>
            <a:spLocks noGrp="1" noChangeArrowheads="1"/>
          </p:cNvSpPr>
          <p:nvPr>
            <p:ph type="ctrTitle"/>
          </p:nvPr>
        </p:nvSpPr>
        <p:spPr>
          <a:xfrm>
            <a:off x="863600" y="1676400"/>
            <a:ext cx="7620000" cy="990600"/>
          </a:xfrm>
        </p:spPr>
        <p:txBody>
          <a:bodyPr anchor="t"/>
          <a:lstStyle>
            <a:lvl1pPr>
              <a:defRPr sz="3500"/>
            </a:lvl1pPr>
          </a:lstStyle>
          <a:p>
            <a:pPr lvl="0"/>
            <a:r>
              <a:rPr lang="en-US" noProof="0"/>
              <a:t>Click to edit Master title style</a:t>
            </a:r>
          </a:p>
        </p:txBody>
      </p:sp>
      <p:sp>
        <p:nvSpPr>
          <p:cNvPr id="7173" name="Rectangle 5"/>
          <p:cNvSpPr>
            <a:spLocks noGrp="1" noChangeArrowheads="1"/>
          </p:cNvSpPr>
          <p:nvPr>
            <p:ph type="subTitle" sz="quarter" idx="1"/>
          </p:nvPr>
        </p:nvSpPr>
        <p:spPr>
          <a:xfrm>
            <a:off x="863600" y="2895600"/>
            <a:ext cx="4876800" cy="38100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bg1"/>
                </a:solidFill>
              </a:defRPr>
            </a:lvl1pPr>
          </a:lstStyle>
          <a:p>
            <a:pPr lvl="0"/>
            <a:r>
              <a:rPr lang="en-US" noProof="0"/>
              <a:t>Click to edit Master subtitle style</a:t>
            </a:r>
          </a:p>
        </p:txBody>
      </p:sp>
      <p:pic>
        <p:nvPicPr>
          <p:cNvPr id="3" name="Picture 2">
            <a:extLst>
              <a:ext uri="{FF2B5EF4-FFF2-40B4-BE49-F238E27FC236}">
                <a16:creationId xmlns:a16="http://schemas.microsoft.com/office/drawing/2014/main" id="{2DF571FC-6E97-69EA-31EF-4F7396B129D8}"/>
              </a:ext>
            </a:extLst>
          </p:cNvPr>
          <p:cNvPicPr>
            <a:picLocks noChangeAspect="1"/>
          </p:cNvPicPr>
          <p:nvPr userDrawn="1"/>
        </p:nvPicPr>
        <p:blipFill>
          <a:blip r:embed="rId2"/>
          <a:stretch>
            <a:fillRect/>
          </a:stretch>
        </p:blipFill>
        <p:spPr>
          <a:xfrm>
            <a:off x="863600" y="402288"/>
            <a:ext cx="3303217" cy="893445"/>
          </a:xfrm>
          <a:prstGeom prst="rect">
            <a:avLst/>
          </a:prstGeom>
        </p:spPr>
      </p:pic>
    </p:spTree>
    <p:extLst>
      <p:ext uri="{BB962C8B-B14F-4D97-AF65-F5344CB8AC3E}">
        <p14:creationId xmlns:p14="http://schemas.microsoft.com/office/powerpoint/2010/main" val="276968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FCFCEEC5-67CA-4272-919E-2E502A95A6FE}" type="slidenum">
              <a:rPr lang="en-US"/>
              <a:pPr>
                <a:defRPr/>
              </a:pPr>
              <a:t>‹#›</a:t>
            </a:fld>
            <a:endParaRPr lang="en-US" sz="1400">
              <a:solidFill>
                <a:srgbClr val="6D2E69"/>
              </a:solidFill>
            </a:endParaRPr>
          </a:p>
        </p:txBody>
      </p:sp>
      <p:pic>
        <p:nvPicPr>
          <p:cNvPr id="6" name="Picture 5">
            <a:extLst>
              <a:ext uri="{FF2B5EF4-FFF2-40B4-BE49-F238E27FC236}">
                <a16:creationId xmlns:a16="http://schemas.microsoft.com/office/drawing/2014/main" id="{353A183B-5DF8-4406-9621-B39A6E1A716F}"/>
              </a:ext>
            </a:extLst>
          </p:cNvPr>
          <p:cNvPicPr>
            <a:picLocks noChangeAspect="1"/>
          </p:cNvPicPr>
          <p:nvPr userDrawn="1"/>
        </p:nvPicPr>
        <p:blipFill>
          <a:blip r:embed="rId2"/>
          <a:stretch>
            <a:fillRect/>
          </a:stretch>
        </p:blipFill>
        <p:spPr>
          <a:xfrm>
            <a:off x="8519800" y="215420"/>
            <a:ext cx="3009928" cy="907313"/>
          </a:xfrm>
          <a:prstGeom prst="rect">
            <a:avLst/>
          </a:prstGeom>
        </p:spPr>
      </p:pic>
      <p:pic>
        <p:nvPicPr>
          <p:cNvPr id="5" name="Picture 4">
            <a:extLst>
              <a:ext uri="{FF2B5EF4-FFF2-40B4-BE49-F238E27FC236}">
                <a16:creationId xmlns:a16="http://schemas.microsoft.com/office/drawing/2014/main" id="{B022FE96-DF01-76CB-8572-FE4BAB9BB469}"/>
              </a:ext>
            </a:extLst>
          </p:cNvPr>
          <p:cNvPicPr>
            <a:picLocks noChangeAspect="1"/>
          </p:cNvPicPr>
          <p:nvPr userDrawn="1"/>
        </p:nvPicPr>
        <p:blipFill>
          <a:blip r:embed="rId3"/>
          <a:stretch>
            <a:fillRect/>
          </a:stretch>
        </p:blipFill>
        <p:spPr>
          <a:xfrm>
            <a:off x="9434197" y="246079"/>
            <a:ext cx="2095531" cy="833801"/>
          </a:xfrm>
          <a:prstGeom prst="rect">
            <a:avLst/>
          </a:prstGeom>
        </p:spPr>
      </p:pic>
    </p:spTree>
    <p:extLst>
      <p:ext uri="{BB962C8B-B14F-4D97-AF65-F5344CB8AC3E}">
        <p14:creationId xmlns:p14="http://schemas.microsoft.com/office/powerpoint/2010/main" val="1686555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52"/>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2FD071D1-C257-4411-BCB5-DDE8BB66ADF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4235775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63604" y="1798639"/>
            <a:ext cx="5056717" cy="431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23522" y="1798639"/>
            <a:ext cx="5056716" cy="431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44564EAE-6637-4EC4-8C68-689B1FCD9011}"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3441266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404" y="1535117"/>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40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sldNum" sz="quarter" idx="10"/>
          </p:nvPr>
        </p:nvSpPr>
        <p:spPr/>
        <p:txBody>
          <a:bodyPr/>
          <a:lstStyle>
            <a:lvl1pPr>
              <a:defRPr>
                <a:latin typeface="Arial" pitchFamily="34" charset="0"/>
              </a:defRPr>
            </a:lvl1pPr>
          </a:lstStyle>
          <a:p>
            <a:pPr>
              <a:defRPr/>
            </a:pPr>
            <a:fld id="{C0C02A37-90C6-49D3-9CE4-7926A30ADE7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07793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sldNum" sz="quarter" idx="10"/>
          </p:nvPr>
        </p:nvSpPr>
        <p:spPr/>
        <p:txBody>
          <a:bodyPr/>
          <a:lstStyle>
            <a:lvl1pPr>
              <a:defRPr>
                <a:latin typeface="Arial" pitchFamily="34" charset="0"/>
              </a:defRPr>
            </a:lvl1pPr>
          </a:lstStyle>
          <a:p>
            <a:pPr>
              <a:defRPr/>
            </a:pPr>
            <a:fld id="{1FF9A2A7-9E3D-44C9-AA5C-CC50684E6DCB}"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14938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atin typeface="Arial" pitchFamily="34" charset="0"/>
              </a:defRPr>
            </a:lvl1pPr>
          </a:lstStyle>
          <a:p>
            <a:pPr>
              <a:defRPr/>
            </a:pPr>
            <a:fld id="{083F09F2-4EC6-4996-A85C-C1EEBBFA2B5F}"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417444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1"/>
            <a:ext cx="4011084"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6" y="27306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3"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B6AB1A26-5300-4A38-B5C0-8ACF468E7C59}"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60074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40"/>
            <a:ext cx="73152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85"/>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3B662AF6-AAE4-42C9-8986-FEF3512836A0}"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697010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B2182DD6-5549-472D-B678-26399E91FF0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78265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02151" y="485777"/>
            <a:ext cx="2578100" cy="56308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63600" y="485777"/>
            <a:ext cx="7535333" cy="56308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DCFA066C-E3F3-4F01-8F4F-8C3D567BF014}"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158311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lIns="360000"/>
          <a:lstStyle>
            <a:lvl1pPr>
              <a:defRPr sz="20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Rectangle 4">
            <a:extLst>
              <a:ext uri="{FF2B5EF4-FFF2-40B4-BE49-F238E27FC236}">
                <a16:creationId xmlns:a16="http://schemas.microsoft.com/office/drawing/2014/main" id="{F865DC7C-F426-468E-B030-762A2788DBE7}"/>
              </a:ext>
            </a:extLst>
          </p:cNvPr>
          <p:cNvSpPr>
            <a:spLocks noGrp="1" noChangeArrowheads="1"/>
          </p:cNvSpPr>
          <p:nvPr>
            <p:ph idx="1"/>
          </p:nvPr>
        </p:nvSpPr>
        <p:spPr bwMode="auto">
          <a:xfrm>
            <a:off x="0" y="1260000"/>
            <a:ext cx="12192000"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540000" tIns="0" rIns="540000" bIns="0" numCol="1" anchor="t" anchorCtr="0" compatLnSpc="1">
            <a:prstTxWarp prst="textNoShape">
              <a:avLst/>
            </a:prstTxWarp>
          </a:bodyPr>
          <a:lstStyle>
            <a:lvl1pPr>
              <a:lnSpc>
                <a:spcPct val="110000"/>
              </a:lnSpc>
              <a:spcBef>
                <a:spcPts val="0"/>
              </a:spcBef>
              <a:spcAft>
                <a:spcPts val="600"/>
              </a:spcAft>
              <a:defRPr sz="1800">
                <a:latin typeface="Calibri" panose="020F0502020204030204" pitchFamily="34" charset="0"/>
                <a:cs typeface="Calibri" panose="020F0502020204030204" pitchFamily="34" charset="0"/>
              </a:defRPr>
            </a:lvl1pPr>
            <a:lvl2pPr>
              <a:lnSpc>
                <a:spcPct val="110000"/>
              </a:lnSpc>
              <a:spcBef>
                <a:spcPts val="0"/>
              </a:spcBef>
              <a:spcAft>
                <a:spcPts val="600"/>
              </a:spcAft>
              <a:defRPr sz="1800">
                <a:latin typeface="Calibri" panose="020F0502020204030204" pitchFamily="34" charset="0"/>
                <a:cs typeface="Calibri" panose="020F0502020204030204" pitchFamily="34" charset="0"/>
              </a:defRPr>
            </a:lvl2pPr>
          </a:lstStyle>
          <a:p>
            <a:pPr lvl="0"/>
            <a:r>
              <a:rPr lang="en-US" altLang="en-US"/>
              <a:t>Click to edit Master text styles</a:t>
            </a:r>
          </a:p>
          <a:p>
            <a:pPr lvl="1"/>
            <a:r>
              <a:rPr lang="en-US" altLang="en-US"/>
              <a:t>Second level</a:t>
            </a:r>
          </a:p>
        </p:txBody>
      </p:sp>
      <p:sp>
        <p:nvSpPr>
          <p:cNvPr id="5" name="Slide Number Placeholder 2">
            <a:extLst>
              <a:ext uri="{FF2B5EF4-FFF2-40B4-BE49-F238E27FC236}">
                <a16:creationId xmlns:a16="http://schemas.microsoft.com/office/drawing/2014/main" id="{3E988D48-59F3-167F-7C35-FE39A3CF7833}"/>
              </a:ext>
            </a:extLst>
          </p:cNvPr>
          <p:cNvSpPr>
            <a:spLocks noGrp="1"/>
          </p:cNvSpPr>
          <p:nvPr>
            <p:ph type="sldNum" sz="quarter" idx="10"/>
          </p:nvPr>
        </p:nvSpPr>
        <p:spPr>
          <a:xfrm>
            <a:off x="11410520" y="6400800"/>
            <a:ext cx="781480" cy="457200"/>
          </a:xfrm>
          <a:prstGeom prst="rect">
            <a:avLst/>
          </a:prstGeom>
        </p:spPr>
        <p:txBody>
          <a:bodyPr rIns="360000" bIns="180000"/>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194726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F468921-426A-3640-BEEF-EBE5360F04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0524" y="413735"/>
            <a:ext cx="3158080" cy="568800"/>
          </a:xfrm>
          <a:prstGeom prst="rect">
            <a:avLst/>
          </a:prstGeom>
        </p:spPr>
      </p:pic>
      <p:sp>
        <p:nvSpPr>
          <p:cNvPr id="6" name="Rectangle 5">
            <a:extLst>
              <a:ext uri="{FF2B5EF4-FFF2-40B4-BE49-F238E27FC236}">
                <a16:creationId xmlns:a16="http://schemas.microsoft.com/office/drawing/2014/main" id="{7A66D4E3-6C95-AE46-B9CF-75212832F104}"/>
              </a:ext>
            </a:extLst>
          </p:cNvPr>
          <p:cNvSpPr/>
          <p:nvPr userDrawn="1"/>
        </p:nvSpPr>
        <p:spPr bwMode="auto">
          <a:xfrm>
            <a:off x="0" y="1518720"/>
            <a:ext cx="11543253" cy="5339280"/>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0" name="Picture 9">
            <a:extLst>
              <a:ext uri="{FF2B5EF4-FFF2-40B4-BE49-F238E27FC236}">
                <a16:creationId xmlns:a16="http://schemas.microsoft.com/office/drawing/2014/main" id="{0B43EB19-7CAA-9B48-A916-E921534402EB}"/>
              </a:ext>
            </a:extLst>
          </p:cNvPr>
          <p:cNvPicPr>
            <a:picLocks noChangeAspect="1"/>
          </p:cNvPicPr>
          <p:nvPr userDrawn="1"/>
        </p:nvPicPr>
        <p:blipFill>
          <a:blip r:embed="rId3"/>
          <a:stretch>
            <a:fillRect/>
          </a:stretch>
        </p:blipFill>
        <p:spPr>
          <a:xfrm>
            <a:off x="11018320" y="1518720"/>
            <a:ext cx="524933" cy="393700"/>
          </a:xfrm>
          <a:prstGeom prst="rect">
            <a:avLst/>
          </a:prstGeom>
        </p:spPr>
      </p:pic>
      <p:sp>
        <p:nvSpPr>
          <p:cNvPr id="13" name="Content Placeholder 2">
            <a:extLst>
              <a:ext uri="{FF2B5EF4-FFF2-40B4-BE49-F238E27FC236}">
                <a16:creationId xmlns:a16="http://schemas.microsoft.com/office/drawing/2014/main" id="{EC9E5E88-27D7-6849-830C-AE393F08A0D0}"/>
              </a:ext>
            </a:extLst>
          </p:cNvPr>
          <p:cNvSpPr>
            <a:spLocks noGrp="1"/>
          </p:cNvSpPr>
          <p:nvPr>
            <p:ph idx="1" hasCustomPrompt="1"/>
          </p:nvPr>
        </p:nvSpPr>
        <p:spPr>
          <a:xfrm>
            <a:off x="1495643" y="1518723"/>
            <a:ext cx="5641644" cy="1174819"/>
          </a:xfrm>
          <a:solidFill>
            <a:srgbClr val="660066"/>
          </a:solidFill>
        </p:spPr>
        <p:txBody>
          <a:bodyPr lIns="180000" tIns="180000"/>
          <a:lstStyle>
            <a:lvl1pPr>
              <a:defRPr sz="1600" b="0">
                <a:solidFill>
                  <a:srgbClr val="C29BFF"/>
                </a:solidFill>
              </a:defRPr>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 xml:space="preserve">Slide </a:t>
            </a:r>
          </a:p>
          <a:p>
            <a:pPr lvl="0"/>
            <a:r>
              <a:rPr lang="en-US"/>
              <a:t>[Name]</a:t>
            </a:r>
            <a:br>
              <a:rPr lang="en-US"/>
            </a:br>
            <a:r>
              <a:rPr lang="en-US"/>
              <a:t xml:space="preserve">[Job title] </a:t>
            </a:r>
            <a:endParaRPr lang="en-GB"/>
          </a:p>
        </p:txBody>
      </p:sp>
      <p:pic>
        <p:nvPicPr>
          <p:cNvPr id="12" name="Picture 11">
            <a:extLst>
              <a:ext uri="{FF2B5EF4-FFF2-40B4-BE49-F238E27FC236}">
                <a16:creationId xmlns:a16="http://schemas.microsoft.com/office/drawing/2014/main" id="{8C0CDBEF-5AAB-3B40-9D90-5E89AFE0F702}"/>
              </a:ext>
            </a:extLst>
          </p:cNvPr>
          <p:cNvPicPr>
            <a:picLocks noChangeAspect="1"/>
          </p:cNvPicPr>
          <p:nvPr userDrawn="1"/>
        </p:nvPicPr>
        <p:blipFill>
          <a:blip r:embed="rId4"/>
          <a:stretch>
            <a:fillRect/>
          </a:stretch>
        </p:blipFill>
        <p:spPr>
          <a:xfrm>
            <a:off x="1629617" y="5207444"/>
            <a:ext cx="5204321" cy="954115"/>
          </a:xfrm>
          <a:prstGeom prst="rect">
            <a:avLst/>
          </a:prstGeom>
        </p:spPr>
      </p:pic>
      <p:sp>
        <p:nvSpPr>
          <p:cNvPr id="23" name="Content Placeholder 2">
            <a:extLst>
              <a:ext uri="{FF2B5EF4-FFF2-40B4-BE49-F238E27FC236}">
                <a16:creationId xmlns:a16="http://schemas.microsoft.com/office/drawing/2014/main" id="{631CFFC6-A22C-D643-BE1F-D2386E9B1A0A}"/>
              </a:ext>
            </a:extLst>
          </p:cNvPr>
          <p:cNvSpPr>
            <a:spLocks noGrp="1"/>
          </p:cNvSpPr>
          <p:nvPr>
            <p:ph idx="10"/>
          </p:nvPr>
        </p:nvSpPr>
        <p:spPr>
          <a:xfrm>
            <a:off x="7335442" y="4737618"/>
            <a:ext cx="997065" cy="1144196"/>
          </a:xfrm>
          <a:noFill/>
        </p:spPr>
        <p:txBody>
          <a:bodyPr lIns="180000" tIns="180000"/>
          <a:lstStyle>
            <a:lvl1pPr>
              <a:defRPr sz="1600" b="0">
                <a:solidFill>
                  <a:schemeClr val="bg1"/>
                </a:solidFill>
              </a:defRPr>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endParaRPr lang="en-GB"/>
          </a:p>
        </p:txBody>
      </p:sp>
      <p:pic>
        <p:nvPicPr>
          <p:cNvPr id="11" name="Picture 10">
            <a:extLst>
              <a:ext uri="{FF2B5EF4-FFF2-40B4-BE49-F238E27FC236}">
                <a16:creationId xmlns:a16="http://schemas.microsoft.com/office/drawing/2014/main" id="{2B218F89-9314-B642-9131-CB490102C612}"/>
              </a:ext>
            </a:extLst>
          </p:cNvPr>
          <p:cNvPicPr>
            <a:picLocks noChangeAspect="1"/>
          </p:cNvPicPr>
          <p:nvPr userDrawn="1"/>
        </p:nvPicPr>
        <p:blipFill>
          <a:blip r:embed="rId5"/>
          <a:stretch>
            <a:fillRect/>
          </a:stretch>
        </p:blipFill>
        <p:spPr>
          <a:xfrm>
            <a:off x="9480885" y="413735"/>
            <a:ext cx="2062369" cy="557824"/>
          </a:xfrm>
          <a:prstGeom prst="rect">
            <a:avLst/>
          </a:prstGeom>
        </p:spPr>
      </p:pic>
      <p:pic>
        <p:nvPicPr>
          <p:cNvPr id="9" name="Picture 8">
            <a:extLst>
              <a:ext uri="{FF2B5EF4-FFF2-40B4-BE49-F238E27FC236}">
                <a16:creationId xmlns:a16="http://schemas.microsoft.com/office/drawing/2014/main" id="{AA6E7EB5-3176-FE4E-ACA3-3C73DB105B74}"/>
              </a:ext>
            </a:extLst>
          </p:cNvPr>
          <p:cNvPicPr>
            <a:picLocks noChangeAspect="1"/>
          </p:cNvPicPr>
          <p:nvPr userDrawn="1"/>
        </p:nvPicPr>
        <p:blipFill>
          <a:blip r:embed="rId6"/>
          <a:stretch>
            <a:fillRect/>
          </a:stretch>
        </p:blipFill>
        <p:spPr>
          <a:xfrm rot="16200000">
            <a:off x="11083641" y="1452806"/>
            <a:ext cx="394294" cy="524935"/>
          </a:xfrm>
          <a:prstGeom prst="rect">
            <a:avLst/>
          </a:prstGeom>
        </p:spPr>
      </p:pic>
    </p:spTree>
    <p:extLst>
      <p:ext uri="{BB962C8B-B14F-4D97-AF65-F5344CB8AC3E}">
        <p14:creationId xmlns:p14="http://schemas.microsoft.com/office/powerpoint/2010/main" val="3408428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C19B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6" name="Picture 5">
            <a:extLst>
              <a:ext uri="{FF2B5EF4-FFF2-40B4-BE49-F238E27FC236}">
                <a16:creationId xmlns:a16="http://schemas.microsoft.com/office/drawing/2014/main" id="{89C0742A-22EB-4940-98D3-FE5D39DC63FB}"/>
              </a:ext>
            </a:extLst>
          </p:cNvPr>
          <p:cNvPicPr>
            <a:picLocks noChangeAspect="1"/>
          </p:cNvPicPr>
          <p:nvPr userDrawn="1"/>
        </p:nvPicPr>
        <p:blipFill>
          <a:blip r:embed="rId2"/>
          <a:stretch>
            <a:fillRect/>
          </a:stretch>
        </p:blipFill>
        <p:spPr>
          <a:xfrm rot="5400000">
            <a:off x="11176001" y="932923"/>
            <a:ext cx="393700" cy="524933"/>
          </a:xfrm>
          <a:prstGeom prst="rect">
            <a:avLst/>
          </a:prstGeom>
        </p:spPr>
      </p:pic>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7" name="Picture 6">
            <a:extLst>
              <a:ext uri="{FF2B5EF4-FFF2-40B4-BE49-F238E27FC236}">
                <a16:creationId xmlns:a16="http://schemas.microsoft.com/office/drawing/2014/main" id="{DD8077B7-D960-3547-97E3-57D6BA72BAC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08"/>
            <a:ext cx="1058108" cy="189060"/>
          </a:xfrm>
          <a:prstGeom prst="rect">
            <a:avLst/>
          </a:prstGeom>
        </p:spPr>
      </p:pic>
      <p:sp>
        <p:nvSpPr>
          <p:cNvPr id="9" name="Content Placeholder 2">
            <a:extLst>
              <a:ext uri="{FF2B5EF4-FFF2-40B4-BE49-F238E27FC236}">
                <a16:creationId xmlns:a16="http://schemas.microsoft.com/office/drawing/2014/main" id="{2E0EE354-27E3-B441-B236-000DD65D865C}"/>
              </a:ext>
            </a:extLst>
          </p:cNvPr>
          <p:cNvSpPr>
            <a:spLocks noGrp="1"/>
          </p:cNvSpPr>
          <p:nvPr>
            <p:ph idx="11" hasCustomPrompt="1"/>
          </p:nvPr>
        </p:nvSpPr>
        <p:spPr>
          <a:xfrm>
            <a:off x="3245925" y="1798638"/>
            <a:ext cx="7934311" cy="4318000"/>
          </a:xfrm>
        </p:spPr>
        <p:txBody>
          <a:bodyPr/>
          <a:lstStyle>
            <a:lvl1pPr marL="285750" indent="-285750">
              <a:lnSpc>
                <a:spcPct val="100000"/>
              </a:lnSpc>
              <a:buClr>
                <a:schemeClr val="tx1"/>
              </a:buClr>
              <a:buFont typeface="Arial" panose="020B0604020202020204" pitchFamily="34" charset="0"/>
              <a:buChar char="•"/>
              <a:defRPr/>
            </a:lvl1pPr>
          </a:lstStyle>
          <a:p>
            <a:pPr marL="285750" indent="-285750">
              <a:lnSpc>
                <a:spcPct val="100000"/>
              </a:lnSpc>
              <a:buClr>
                <a:schemeClr val="tx1"/>
              </a:buClr>
              <a:buFont typeface="Arial" panose="020B0604020202020204" pitchFamily="34" charset="0"/>
              <a:buChar char="•"/>
            </a:pPr>
            <a:r>
              <a:rPr lang="en-GB" sz="1800"/>
              <a:t>Place copy here</a:t>
            </a:r>
          </a:p>
          <a:p>
            <a:pPr marL="285750" indent="-285750">
              <a:lnSpc>
                <a:spcPct val="100000"/>
              </a:lnSpc>
              <a:buClr>
                <a:schemeClr val="tx1"/>
              </a:buClr>
              <a:buFont typeface="Arial" panose="020B0604020202020204" pitchFamily="34" charset="0"/>
              <a:buChar char="•"/>
            </a:pPr>
            <a:r>
              <a:rPr lang="en-GB" sz="1800"/>
              <a:t>Place copy here</a:t>
            </a:r>
            <a:endParaRPr lang="en-US" sz="1800"/>
          </a:p>
          <a:p>
            <a:pPr>
              <a:lnSpc>
                <a:spcPct val="100000"/>
              </a:lnSpc>
            </a:pPr>
            <a:endParaRPr lang="en-US" sz="1800"/>
          </a:p>
          <a:p>
            <a:pPr>
              <a:lnSpc>
                <a:spcPct val="100000"/>
              </a:lnSpc>
            </a:pPr>
            <a:endParaRPr lang="en-US" sz="1800"/>
          </a:p>
        </p:txBody>
      </p:sp>
      <p:sp>
        <p:nvSpPr>
          <p:cNvPr id="10" name="Title 1">
            <a:extLst>
              <a:ext uri="{FF2B5EF4-FFF2-40B4-BE49-F238E27FC236}">
                <a16:creationId xmlns:a16="http://schemas.microsoft.com/office/drawing/2014/main" id="{A440C31F-5DBA-0044-B3DE-D0C888D6C8D4}"/>
              </a:ext>
            </a:extLst>
          </p:cNvPr>
          <p:cNvSpPr>
            <a:spLocks noGrp="1"/>
          </p:cNvSpPr>
          <p:nvPr>
            <p:ph type="title" hasCustomPrompt="1"/>
          </p:nvPr>
        </p:nvSpPr>
        <p:spPr>
          <a:xfrm>
            <a:off x="863602" y="485775"/>
            <a:ext cx="7437967" cy="906463"/>
          </a:xfrm>
        </p:spPr>
        <p:txBody>
          <a:bodyPr/>
          <a:lstStyle>
            <a:lvl1pPr>
              <a:defRPr sz="3200"/>
            </a:lvl1pPr>
          </a:lstStyle>
          <a:p>
            <a:r>
              <a:rPr lang="en-US"/>
              <a:t>Agenda</a:t>
            </a:r>
            <a:endParaRPr lang="en-GB"/>
          </a:p>
        </p:txBody>
      </p:sp>
    </p:spTree>
    <p:extLst>
      <p:ext uri="{BB962C8B-B14F-4D97-AF65-F5344CB8AC3E}">
        <p14:creationId xmlns:p14="http://schemas.microsoft.com/office/powerpoint/2010/main" val="1298267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s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568429" y="646770"/>
            <a:ext cx="11066888" cy="5601630"/>
          </a:xfrm>
          <a:prstGeom prst="rect">
            <a:avLst/>
          </a:prstGeom>
          <a:solidFill>
            <a:srgbClr val="94F9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1" name="Content Placeholder 2">
            <a:extLst>
              <a:ext uri="{FF2B5EF4-FFF2-40B4-BE49-F238E27FC236}">
                <a16:creationId xmlns:a16="http://schemas.microsoft.com/office/drawing/2014/main" id="{028BB7C3-B75E-CF48-A217-C95B758F1306}"/>
              </a:ext>
            </a:extLst>
          </p:cNvPr>
          <p:cNvSpPr>
            <a:spLocks noGrp="1"/>
          </p:cNvSpPr>
          <p:nvPr>
            <p:ph idx="1" hasCustomPrompt="1"/>
          </p:nvPr>
        </p:nvSpPr>
        <p:spPr>
          <a:xfrm>
            <a:off x="1053122" y="1207621"/>
            <a:ext cx="6139364" cy="492736"/>
          </a:xfrm>
        </p:spPr>
        <p:txBody>
          <a:bodyPr/>
          <a:lstStyle>
            <a:lvl1pPr>
              <a:defRPr sz="2800" b="1"/>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Vision</a:t>
            </a:r>
            <a:endParaRPr lang="en-GB"/>
          </a:p>
        </p:txBody>
      </p:sp>
      <p:sp>
        <p:nvSpPr>
          <p:cNvPr id="13" name="Content Placeholder 2">
            <a:extLst>
              <a:ext uri="{FF2B5EF4-FFF2-40B4-BE49-F238E27FC236}">
                <a16:creationId xmlns:a16="http://schemas.microsoft.com/office/drawing/2014/main" id="{BA3D5CA7-31E5-D849-A75C-F9C87CDAB093}"/>
              </a:ext>
            </a:extLst>
          </p:cNvPr>
          <p:cNvSpPr>
            <a:spLocks noGrp="1"/>
          </p:cNvSpPr>
          <p:nvPr>
            <p:ph idx="11" hasCustomPrompt="1"/>
          </p:nvPr>
        </p:nvSpPr>
        <p:spPr>
          <a:xfrm>
            <a:off x="1053122" y="1776336"/>
            <a:ext cx="5741689" cy="2438826"/>
          </a:xfrm>
        </p:spPr>
        <p:txBody>
          <a:bodyPr/>
          <a:lstStyle>
            <a:lvl1pPr>
              <a:lnSpc>
                <a:spcPct val="100000"/>
              </a:lnSpc>
              <a:defRPr sz="2600"/>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 xml:space="preserve">A world-class regulator, </a:t>
            </a:r>
            <a:br>
              <a:rPr lang="en-US"/>
            </a:br>
            <a:r>
              <a:rPr lang="en-US"/>
              <a:t xml:space="preserve">able to drive improvements in how people experience health and care services, </a:t>
            </a:r>
            <a:br>
              <a:rPr lang="en-US"/>
            </a:br>
            <a:r>
              <a:rPr lang="en-US"/>
              <a:t>working together for a safer future.</a:t>
            </a:r>
            <a:endParaRPr lang="en-GB"/>
          </a:p>
        </p:txBody>
      </p:sp>
      <p:pic>
        <p:nvPicPr>
          <p:cNvPr id="9" name="Picture 8">
            <a:extLst>
              <a:ext uri="{FF2B5EF4-FFF2-40B4-BE49-F238E27FC236}">
                <a16:creationId xmlns:a16="http://schemas.microsoft.com/office/drawing/2014/main" id="{CD88714B-2798-8547-8158-FD447CFA2A24}"/>
              </a:ext>
            </a:extLst>
          </p:cNvPr>
          <p:cNvPicPr>
            <a:picLocks noChangeAspect="1"/>
          </p:cNvPicPr>
          <p:nvPr userDrawn="1"/>
        </p:nvPicPr>
        <p:blipFill>
          <a:blip r:embed="rId2"/>
          <a:stretch>
            <a:fillRect/>
          </a:stretch>
        </p:blipFill>
        <p:spPr>
          <a:xfrm rot="10800000">
            <a:off x="568431" y="646770"/>
            <a:ext cx="524933" cy="393700"/>
          </a:xfrm>
          <a:prstGeom prst="rect">
            <a:avLst/>
          </a:prstGeom>
        </p:spPr>
      </p:pic>
      <p:pic>
        <p:nvPicPr>
          <p:cNvPr id="10" name="Picture 9">
            <a:extLst>
              <a:ext uri="{FF2B5EF4-FFF2-40B4-BE49-F238E27FC236}">
                <a16:creationId xmlns:a16="http://schemas.microsoft.com/office/drawing/2014/main" id="{CBF8851E-36F7-E040-AC89-C89DE0FDF1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4" y="6428512"/>
            <a:ext cx="1242864" cy="189060"/>
          </a:xfrm>
          <a:prstGeom prst="rect">
            <a:avLst/>
          </a:prstGeom>
        </p:spPr>
      </p:pic>
    </p:spTree>
    <p:extLst>
      <p:ext uri="{BB962C8B-B14F-4D97-AF65-F5344CB8AC3E}">
        <p14:creationId xmlns:p14="http://schemas.microsoft.com/office/powerpoint/2010/main" val="3426727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94F9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0" name="Picture 9">
            <a:extLst>
              <a:ext uri="{FF2B5EF4-FFF2-40B4-BE49-F238E27FC236}">
                <a16:creationId xmlns:a16="http://schemas.microsoft.com/office/drawing/2014/main" id="{1A09922C-F98D-444D-84ED-1DF586FA7412}"/>
              </a:ext>
            </a:extLst>
          </p:cNvPr>
          <p:cNvPicPr>
            <a:picLocks noChangeAspect="1"/>
          </p:cNvPicPr>
          <p:nvPr userDrawn="1"/>
        </p:nvPicPr>
        <p:blipFill>
          <a:blip r:embed="rId2"/>
          <a:stretch>
            <a:fillRect/>
          </a:stretch>
        </p:blipFill>
        <p:spPr>
          <a:xfrm>
            <a:off x="11110384" y="997286"/>
            <a:ext cx="524933" cy="393700"/>
          </a:xfrm>
          <a:prstGeom prst="rect">
            <a:avLst/>
          </a:prstGeom>
        </p:spPr>
      </p:pic>
      <p:pic>
        <p:nvPicPr>
          <p:cNvPr id="11" name="Picture 10">
            <a:extLst>
              <a:ext uri="{FF2B5EF4-FFF2-40B4-BE49-F238E27FC236}">
                <a16:creationId xmlns:a16="http://schemas.microsoft.com/office/drawing/2014/main" id="{FB12F273-87BA-AC4D-B9FC-82E0FC4576C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4" y="6428512"/>
            <a:ext cx="1242864" cy="189060"/>
          </a:xfrm>
          <a:prstGeom prst="rect">
            <a:avLst/>
          </a:prstGeom>
        </p:spPr>
      </p:pic>
    </p:spTree>
    <p:extLst>
      <p:ext uri="{BB962C8B-B14F-4D97-AF65-F5344CB8AC3E}">
        <p14:creationId xmlns:p14="http://schemas.microsoft.com/office/powerpoint/2010/main" val="646008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cket Green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 xml:space="preserve">Putting in place the systems and processes we need </a:t>
            </a:r>
            <a:br>
              <a:rPr lang="en-US"/>
            </a:br>
            <a:r>
              <a:rPr lang="en-US"/>
              <a:t xml:space="preserve">to make our transformation </a:t>
            </a:r>
            <a:br>
              <a:rPr lang="en-US"/>
            </a:br>
            <a:r>
              <a:rPr lang="en-US"/>
              <a:t>a reality</a:t>
            </a:r>
            <a:br>
              <a:rPr lang="en-US"/>
            </a:br>
            <a:br>
              <a:rPr lang="en-US"/>
            </a:br>
            <a:br>
              <a:rPr lang="en-US"/>
            </a:br>
            <a:endParaRPr lang="en-US" altLang="en-US" noProof="0"/>
          </a:p>
        </p:txBody>
      </p:sp>
      <p:pic>
        <p:nvPicPr>
          <p:cNvPr id="6" name="Picture 5">
            <a:extLst>
              <a:ext uri="{FF2B5EF4-FFF2-40B4-BE49-F238E27FC236}">
                <a16:creationId xmlns:a16="http://schemas.microsoft.com/office/drawing/2014/main" id="{0C04E1C7-AF83-FC47-B08D-0A5A1E8C640E}"/>
              </a:ext>
            </a:extLst>
          </p:cNvPr>
          <p:cNvPicPr>
            <a:picLocks noChangeAspect="1"/>
          </p:cNvPicPr>
          <p:nvPr userDrawn="1"/>
        </p:nvPicPr>
        <p:blipFill>
          <a:blip r:embed="rId3"/>
          <a:stretch>
            <a:fillRect/>
          </a:stretch>
        </p:blipFill>
        <p:spPr>
          <a:xfrm>
            <a:off x="851124" y="646363"/>
            <a:ext cx="3009677" cy="2257258"/>
          </a:xfrm>
          <a:prstGeom prst="rect">
            <a:avLst/>
          </a:prstGeom>
        </p:spPr>
      </p:pic>
      <p:sp>
        <p:nvSpPr>
          <p:cNvPr id="18" name="Title 1">
            <a:extLst>
              <a:ext uri="{FF2B5EF4-FFF2-40B4-BE49-F238E27FC236}">
                <a16:creationId xmlns:a16="http://schemas.microsoft.com/office/drawing/2014/main" id="{A2164C1A-C0E3-1141-A4F8-3B2A4850D131}"/>
              </a:ext>
            </a:extLst>
          </p:cNvPr>
          <p:cNvSpPr txBox="1">
            <a:spLocks/>
          </p:cNvSpPr>
          <p:nvPr userDrawn="1"/>
        </p:nvSpPr>
        <p:spPr bwMode="auto">
          <a:xfrm>
            <a:off x="4491796" y="646198"/>
            <a:ext cx="5946273" cy="1118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a:lstStyle>
          <a:p>
            <a:pPr defTabSz="914400"/>
            <a:r>
              <a:rPr lang="en-US" sz="3200" b="1" kern="0"/>
              <a:t>Building foundations</a:t>
            </a:r>
            <a:endParaRPr lang="en-GB" sz="3200" b="1" kern="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Digital foundations</a:t>
            </a:r>
          </a:p>
          <a:p>
            <a:pPr marL="285750" indent="-285750">
              <a:buClr>
                <a:schemeClr val="tx1"/>
              </a:buClr>
              <a:buFont typeface="Arial" panose="020B0604020202020204" pitchFamily="34" charset="0"/>
              <a:buChar char="•"/>
            </a:pPr>
            <a:r>
              <a:rPr lang="en-US" b="1"/>
              <a:t>Intelligence-driven enablers</a:t>
            </a:r>
          </a:p>
          <a:p>
            <a:pPr marL="285750" indent="-285750">
              <a:buClr>
                <a:schemeClr val="tx1"/>
              </a:buClr>
              <a:buFont typeface="Arial" panose="020B0604020202020204" pitchFamily="34" charset="0"/>
              <a:buChar char="•"/>
            </a:pPr>
            <a:r>
              <a:rPr lang="en-US" b="1"/>
              <a:t>Regulatory platform</a:t>
            </a:r>
          </a:p>
        </p:txBody>
      </p:sp>
      <p:pic>
        <p:nvPicPr>
          <p:cNvPr id="12" name="Picture 11">
            <a:extLst>
              <a:ext uri="{FF2B5EF4-FFF2-40B4-BE49-F238E27FC236}">
                <a16:creationId xmlns:a16="http://schemas.microsoft.com/office/drawing/2014/main" id="{8A811E48-291A-3D49-9580-1E7006525543}"/>
              </a:ext>
            </a:extLst>
          </p:cNvPr>
          <p:cNvPicPr>
            <a:picLocks noChangeAspect="1"/>
          </p:cNvPicPr>
          <p:nvPr userDrawn="1"/>
        </p:nvPicPr>
        <p:blipFill>
          <a:blip r:embed="rId4"/>
          <a:stretch>
            <a:fillRect/>
          </a:stretch>
        </p:blipFill>
        <p:spPr>
          <a:xfrm rot="10800000">
            <a:off x="11110386" y="5403888"/>
            <a:ext cx="524935" cy="393701"/>
          </a:xfrm>
          <a:prstGeom prst="rect">
            <a:avLst/>
          </a:prstGeom>
        </p:spPr>
      </p:pic>
    </p:spTree>
    <p:extLst>
      <p:ext uri="{BB962C8B-B14F-4D97-AF65-F5344CB8AC3E}">
        <p14:creationId xmlns:p14="http://schemas.microsoft.com/office/powerpoint/2010/main" val="1356326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cket Green -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902A01-8301-5F4B-88F7-E7D185AC5CF5}"/>
              </a:ext>
            </a:extLst>
          </p:cNvPr>
          <p:cNvSpPr/>
          <p:nvPr userDrawn="1"/>
        </p:nvSpPr>
        <p:spPr bwMode="auto">
          <a:xfrm>
            <a:off x="0" y="0"/>
            <a:ext cx="11635317" cy="1392238"/>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9" name="Content Placeholder 2">
            <a:extLst>
              <a:ext uri="{FF2B5EF4-FFF2-40B4-BE49-F238E27FC236}">
                <a16:creationId xmlns:a16="http://schemas.microsoft.com/office/drawing/2014/main" id="{9E27C473-9751-CE46-BB86-783CA2C4D620}"/>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1" name="Picture 10">
            <a:extLst>
              <a:ext uri="{FF2B5EF4-FFF2-40B4-BE49-F238E27FC236}">
                <a16:creationId xmlns:a16="http://schemas.microsoft.com/office/drawing/2014/main" id="{ECB6211D-A5C0-3D4B-AA57-DFBD53D34D32}"/>
              </a:ext>
            </a:extLst>
          </p:cNvPr>
          <p:cNvPicPr>
            <a:picLocks noChangeAspect="1"/>
          </p:cNvPicPr>
          <p:nvPr userDrawn="1"/>
        </p:nvPicPr>
        <p:blipFill>
          <a:blip r:embed="rId3"/>
          <a:stretch>
            <a:fillRect/>
          </a:stretch>
        </p:blipFill>
        <p:spPr>
          <a:xfrm rot="10800000">
            <a:off x="11110386" y="998540"/>
            <a:ext cx="524935" cy="393701"/>
          </a:xfrm>
          <a:prstGeom prst="rect">
            <a:avLst/>
          </a:prstGeom>
        </p:spPr>
      </p:pic>
      <p:pic>
        <p:nvPicPr>
          <p:cNvPr id="16" name="Picture 15">
            <a:extLst>
              <a:ext uri="{FF2B5EF4-FFF2-40B4-BE49-F238E27FC236}">
                <a16:creationId xmlns:a16="http://schemas.microsoft.com/office/drawing/2014/main" id="{F842EECD-2C34-0949-9FBE-A7BA64BE98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3601" y="1791776"/>
            <a:ext cx="2764263" cy="2186160"/>
          </a:xfrm>
          <a:prstGeom prst="rect">
            <a:avLst/>
          </a:prstGeom>
        </p:spPr>
      </p:pic>
    </p:spTree>
    <p:extLst>
      <p:ext uri="{BB962C8B-B14F-4D97-AF65-F5344CB8AC3E}">
        <p14:creationId xmlns:p14="http://schemas.microsoft.com/office/powerpoint/2010/main" val="2576747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gramme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902A01-8301-5F4B-88F7-E7D185AC5CF5}"/>
              </a:ext>
            </a:extLst>
          </p:cNvPr>
          <p:cNvSpPr/>
          <p:nvPr userDrawn="1"/>
        </p:nvSpPr>
        <p:spPr bwMode="auto">
          <a:xfrm>
            <a:off x="0" y="0"/>
            <a:ext cx="11635317" cy="1392238"/>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9" name="Content Placeholder 2">
            <a:extLst>
              <a:ext uri="{FF2B5EF4-FFF2-40B4-BE49-F238E27FC236}">
                <a16:creationId xmlns:a16="http://schemas.microsoft.com/office/drawing/2014/main" id="{9E27C473-9751-CE46-BB86-783CA2C4D620}"/>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A91141E9-A698-C543-A872-DE733093AE1F}"/>
              </a:ext>
            </a:extLst>
          </p:cNvPr>
          <p:cNvPicPr>
            <a:picLocks noChangeAspect="1"/>
          </p:cNvPicPr>
          <p:nvPr userDrawn="1"/>
        </p:nvPicPr>
        <p:blipFill>
          <a:blip r:embed="rId3"/>
          <a:stretch>
            <a:fillRect/>
          </a:stretch>
        </p:blipFill>
        <p:spPr>
          <a:xfrm rot="10800000">
            <a:off x="11110386" y="998540"/>
            <a:ext cx="524935" cy="393701"/>
          </a:xfrm>
          <a:prstGeom prst="rect">
            <a:avLst/>
          </a:prstGeom>
        </p:spPr>
      </p:pic>
    </p:spTree>
    <p:extLst>
      <p:ext uri="{BB962C8B-B14F-4D97-AF65-F5344CB8AC3E}">
        <p14:creationId xmlns:p14="http://schemas.microsoft.com/office/powerpoint/2010/main" val="1038105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ucket Pink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 xml:space="preserve">Adapting how we do things </a:t>
            </a:r>
            <a:br>
              <a:rPr lang="en-US"/>
            </a:br>
            <a:r>
              <a:rPr lang="en-US"/>
              <a:t>so we can remain relevant and protect people in a rapidly changing world.</a:t>
            </a:r>
            <a:endParaRPr lang="en-US" altLang="en-US" noProof="0"/>
          </a:p>
        </p:txBody>
      </p:sp>
      <p:sp>
        <p:nvSpPr>
          <p:cNvPr id="18" name="Title 1">
            <a:extLst>
              <a:ext uri="{FF2B5EF4-FFF2-40B4-BE49-F238E27FC236}">
                <a16:creationId xmlns:a16="http://schemas.microsoft.com/office/drawing/2014/main" id="{A2164C1A-C0E3-1141-A4F8-3B2A4850D131}"/>
              </a:ext>
            </a:extLst>
          </p:cNvPr>
          <p:cNvSpPr txBox="1">
            <a:spLocks/>
          </p:cNvSpPr>
          <p:nvPr userDrawn="1"/>
        </p:nvSpPr>
        <p:spPr bwMode="auto">
          <a:xfrm>
            <a:off x="4491796" y="646196"/>
            <a:ext cx="5946273" cy="650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a:lstStyle>
          <a:p>
            <a:pPr defTabSz="914400"/>
            <a:r>
              <a:rPr lang="en-US" sz="3200" b="1"/>
              <a:t>Adapting and evolving</a:t>
            </a:r>
            <a:endParaRPr lang="en-GB" sz="3200" b="1" kern="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Registration transformation</a:t>
            </a:r>
          </a:p>
          <a:p>
            <a:pPr marL="285750" indent="-285750">
              <a:buClr>
                <a:schemeClr val="tx1"/>
              </a:buClr>
              <a:buFont typeface="Arial" panose="020B0604020202020204" pitchFamily="34" charset="0"/>
              <a:buChar char="•"/>
            </a:pPr>
            <a:r>
              <a:rPr lang="en-US" b="1"/>
              <a:t>Improving regulation today</a:t>
            </a:r>
          </a:p>
          <a:p>
            <a:pPr marL="285750" indent="-285750">
              <a:buClr>
                <a:schemeClr val="tx1"/>
              </a:buClr>
              <a:buFont typeface="Arial" panose="020B0604020202020204" pitchFamily="34" charset="0"/>
              <a:buChar char="•"/>
            </a:pPr>
            <a:r>
              <a:rPr lang="en-US" b="1"/>
              <a:t>Quality improvement</a:t>
            </a:r>
          </a:p>
          <a:p>
            <a:pPr marL="285750" indent="-285750">
              <a:buClr>
                <a:schemeClr val="tx1"/>
              </a:buClr>
              <a:buFont typeface="Arial" panose="020B0604020202020204" pitchFamily="34" charset="0"/>
              <a:buChar char="•"/>
            </a:pPr>
            <a:endParaRPr lang="en-US" b="1"/>
          </a:p>
          <a:p>
            <a:pPr marL="285750" indent="-285750">
              <a:buClr>
                <a:schemeClr val="tx1"/>
              </a:buClr>
              <a:buFont typeface="Arial" panose="020B0604020202020204" pitchFamily="34" charset="0"/>
              <a:buChar char="•"/>
            </a:pPr>
            <a:endParaRPr lang="en-US" b="1"/>
          </a:p>
        </p:txBody>
      </p:sp>
      <p:pic>
        <p:nvPicPr>
          <p:cNvPr id="14" name="Picture 13">
            <a:extLst>
              <a:ext uri="{FF2B5EF4-FFF2-40B4-BE49-F238E27FC236}">
                <a16:creationId xmlns:a16="http://schemas.microsoft.com/office/drawing/2014/main" id="{A05006DE-2BE5-B043-8338-1ED2FF704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17" name="Picture 16">
            <a:extLst>
              <a:ext uri="{FF2B5EF4-FFF2-40B4-BE49-F238E27FC236}">
                <a16:creationId xmlns:a16="http://schemas.microsoft.com/office/drawing/2014/main" id="{FBC7E7DD-1E0B-6948-B9AD-CE1EFE010D70}"/>
              </a:ext>
            </a:extLst>
          </p:cNvPr>
          <p:cNvPicPr>
            <a:picLocks noChangeAspect="1"/>
          </p:cNvPicPr>
          <p:nvPr userDrawn="1"/>
        </p:nvPicPr>
        <p:blipFill>
          <a:blip r:embed="rId3"/>
          <a:stretch>
            <a:fillRect/>
          </a:stretch>
        </p:blipFill>
        <p:spPr>
          <a:xfrm>
            <a:off x="851124" y="658063"/>
            <a:ext cx="3009677" cy="2257258"/>
          </a:xfrm>
          <a:prstGeom prst="rect">
            <a:avLst/>
          </a:prstGeom>
        </p:spPr>
      </p:pic>
      <p:pic>
        <p:nvPicPr>
          <p:cNvPr id="11" name="Picture 10">
            <a:extLst>
              <a:ext uri="{FF2B5EF4-FFF2-40B4-BE49-F238E27FC236}">
                <a16:creationId xmlns:a16="http://schemas.microsoft.com/office/drawing/2014/main" id="{C3BC9971-07DD-674C-ADD5-EA1ED7BA3731}"/>
              </a:ext>
            </a:extLst>
          </p:cNvPr>
          <p:cNvPicPr>
            <a:picLocks noChangeAspect="1"/>
          </p:cNvPicPr>
          <p:nvPr userDrawn="1"/>
        </p:nvPicPr>
        <p:blipFill>
          <a:blip r:embed="rId4"/>
          <a:stretch>
            <a:fillRect/>
          </a:stretch>
        </p:blipFill>
        <p:spPr>
          <a:xfrm rot="10800000">
            <a:off x="11110384" y="5403885"/>
            <a:ext cx="524933" cy="393700"/>
          </a:xfrm>
          <a:prstGeom prst="rect">
            <a:avLst/>
          </a:prstGeom>
        </p:spPr>
      </p:pic>
    </p:spTree>
    <p:extLst>
      <p:ext uri="{BB962C8B-B14F-4D97-AF65-F5344CB8AC3E}">
        <p14:creationId xmlns:p14="http://schemas.microsoft.com/office/powerpoint/2010/main" val="3295828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Bucket Pink -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3" name="Content Placeholder 2"/>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2" name="Picture 11">
            <a:extLst>
              <a:ext uri="{FF2B5EF4-FFF2-40B4-BE49-F238E27FC236}">
                <a16:creationId xmlns:a16="http://schemas.microsoft.com/office/drawing/2014/main" id="{1FDCCAB2-BC44-0F47-8907-97A35BFAD5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11" name="Picture 10">
            <a:extLst>
              <a:ext uri="{FF2B5EF4-FFF2-40B4-BE49-F238E27FC236}">
                <a16:creationId xmlns:a16="http://schemas.microsoft.com/office/drawing/2014/main" id="{43F74D29-A2DB-9241-B7A2-A40828B13424}"/>
              </a:ext>
            </a:extLst>
          </p:cNvPr>
          <p:cNvPicPr>
            <a:picLocks noChangeAspect="1"/>
          </p:cNvPicPr>
          <p:nvPr userDrawn="1"/>
        </p:nvPicPr>
        <p:blipFill>
          <a:blip r:embed="rId3"/>
          <a:stretch>
            <a:fillRect/>
          </a:stretch>
        </p:blipFill>
        <p:spPr>
          <a:xfrm rot="10800000">
            <a:off x="11110384" y="998538"/>
            <a:ext cx="524933" cy="393700"/>
          </a:xfrm>
          <a:prstGeom prst="rect">
            <a:avLst/>
          </a:prstGeom>
        </p:spPr>
      </p:pic>
      <p:pic>
        <p:nvPicPr>
          <p:cNvPr id="13" name="Picture 12">
            <a:extLst>
              <a:ext uri="{FF2B5EF4-FFF2-40B4-BE49-F238E27FC236}">
                <a16:creationId xmlns:a16="http://schemas.microsoft.com/office/drawing/2014/main" id="{7EEF3464-C6EE-2C4F-8224-E4FC62031A3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3600" y="1798638"/>
            <a:ext cx="2755432" cy="2179176"/>
          </a:xfrm>
          <a:prstGeom prst="rect">
            <a:avLst/>
          </a:prstGeom>
        </p:spPr>
      </p:pic>
    </p:spTree>
    <p:extLst>
      <p:ext uri="{BB962C8B-B14F-4D97-AF65-F5344CB8AC3E}">
        <p14:creationId xmlns:p14="http://schemas.microsoft.com/office/powerpoint/2010/main" val="16408427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Programme Pi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3" name="Content Placeholder 2"/>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2" name="Picture 11">
            <a:extLst>
              <a:ext uri="{FF2B5EF4-FFF2-40B4-BE49-F238E27FC236}">
                <a16:creationId xmlns:a16="http://schemas.microsoft.com/office/drawing/2014/main" id="{1FDCCAB2-BC44-0F47-8907-97A35BFAD5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8" name="Picture 7">
            <a:extLst>
              <a:ext uri="{FF2B5EF4-FFF2-40B4-BE49-F238E27FC236}">
                <a16:creationId xmlns:a16="http://schemas.microsoft.com/office/drawing/2014/main" id="{AB8962C0-D0DE-6F46-A32B-640D9C4E6FBD}"/>
              </a:ext>
            </a:extLst>
          </p:cNvPr>
          <p:cNvPicPr>
            <a:picLocks noChangeAspect="1"/>
          </p:cNvPicPr>
          <p:nvPr userDrawn="1"/>
        </p:nvPicPr>
        <p:blipFill>
          <a:blip r:embed="rId3"/>
          <a:stretch>
            <a:fillRect/>
          </a:stretch>
        </p:blipFill>
        <p:spPr>
          <a:xfrm rot="10800000">
            <a:off x="11110384" y="998538"/>
            <a:ext cx="524933" cy="393700"/>
          </a:xfrm>
          <a:prstGeom prst="rect">
            <a:avLst/>
          </a:prstGeom>
        </p:spPr>
      </p:pic>
    </p:spTree>
    <p:extLst>
      <p:ext uri="{BB962C8B-B14F-4D97-AF65-F5344CB8AC3E}">
        <p14:creationId xmlns:p14="http://schemas.microsoft.com/office/powerpoint/2010/main" val="1129007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ucket Yellow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 xml:space="preserve">Transforming how we regulate and </a:t>
            </a:r>
            <a:r>
              <a:rPr lang="en-US" err="1"/>
              <a:t>organise</a:t>
            </a:r>
            <a:r>
              <a:rPr lang="en-US"/>
              <a:t xml:space="preserve"> our work to achieve our vision and deliver our strategy.</a:t>
            </a:r>
            <a:endParaRPr lang="en-US" altLang="en-US" noProof="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Transforming our organization</a:t>
            </a:r>
          </a:p>
          <a:p>
            <a:pPr marL="285750" indent="-285750">
              <a:buClr>
                <a:schemeClr val="tx1"/>
              </a:buClr>
              <a:buFont typeface="Arial" panose="020B0604020202020204" pitchFamily="34" charset="0"/>
              <a:buChar char="•"/>
            </a:pPr>
            <a:r>
              <a:rPr lang="en-US" b="1"/>
              <a:t>Future strategy development</a:t>
            </a:r>
          </a:p>
          <a:p>
            <a:pPr marL="285750" indent="-285750">
              <a:buClr>
                <a:schemeClr val="tx1"/>
              </a:buClr>
              <a:buFont typeface="Arial" panose="020B0604020202020204" pitchFamily="34" charset="0"/>
              <a:buChar char="•"/>
            </a:pPr>
            <a:r>
              <a:rPr lang="en-US" b="1"/>
              <a:t>Our people plan</a:t>
            </a:r>
          </a:p>
          <a:p>
            <a:pPr marL="285750" indent="-285750">
              <a:buClr>
                <a:schemeClr val="tx1"/>
              </a:buClr>
              <a:buFont typeface="Arial" panose="020B0604020202020204" pitchFamily="34" charset="0"/>
              <a:buChar char="•"/>
            </a:pPr>
            <a:endParaRPr lang="en-US" b="1"/>
          </a:p>
        </p:txBody>
      </p:sp>
      <p:pic>
        <p:nvPicPr>
          <p:cNvPr id="11" name="Picture 10">
            <a:extLst>
              <a:ext uri="{FF2B5EF4-FFF2-40B4-BE49-F238E27FC236}">
                <a16:creationId xmlns:a16="http://schemas.microsoft.com/office/drawing/2014/main" id="{AA6E7EB5-3176-FE4E-ACA3-3C73DB105B74}"/>
              </a:ext>
            </a:extLst>
          </p:cNvPr>
          <p:cNvPicPr>
            <a:picLocks noChangeAspect="1"/>
          </p:cNvPicPr>
          <p:nvPr userDrawn="1"/>
        </p:nvPicPr>
        <p:blipFill>
          <a:blip r:embed="rId2"/>
          <a:stretch>
            <a:fillRect/>
          </a:stretch>
        </p:blipFill>
        <p:spPr>
          <a:xfrm>
            <a:off x="11110384" y="5403887"/>
            <a:ext cx="524933" cy="393700"/>
          </a:xfrm>
          <a:prstGeom prst="rect">
            <a:avLst/>
          </a:prstGeom>
        </p:spPr>
      </p:pic>
      <p:pic>
        <p:nvPicPr>
          <p:cNvPr id="15" name="Picture 14">
            <a:extLst>
              <a:ext uri="{FF2B5EF4-FFF2-40B4-BE49-F238E27FC236}">
                <a16:creationId xmlns:a16="http://schemas.microsoft.com/office/drawing/2014/main" id="{5EF3E8B5-41F5-8C4F-ABF0-6D8EE2545CA9}"/>
              </a:ext>
            </a:extLst>
          </p:cNvPr>
          <p:cNvPicPr>
            <a:picLocks noChangeAspect="1"/>
          </p:cNvPicPr>
          <p:nvPr userDrawn="1"/>
        </p:nvPicPr>
        <p:blipFill>
          <a:blip r:embed="rId3"/>
          <a:stretch>
            <a:fillRect/>
          </a:stretch>
        </p:blipFill>
        <p:spPr>
          <a:xfrm>
            <a:off x="851125" y="658063"/>
            <a:ext cx="2681348" cy="2257258"/>
          </a:xfrm>
          <a:prstGeom prst="rect">
            <a:avLst/>
          </a:prstGeom>
        </p:spPr>
      </p:pic>
      <p:pic>
        <p:nvPicPr>
          <p:cNvPr id="20" name="Picture 19">
            <a:extLst>
              <a:ext uri="{FF2B5EF4-FFF2-40B4-BE49-F238E27FC236}">
                <a16:creationId xmlns:a16="http://schemas.microsoft.com/office/drawing/2014/main" id="{6F468921-426A-3640-BEEF-EBE5360F04B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2763363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cket Yellow - 2">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1392238"/>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485775"/>
            <a:ext cx="10246784" cy="906463"/>
          </a:xfrm>
        </p:spPr>
        <p:txBody>
          <a:body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10384" y="998538"/>
            <a:ext cx="524933" cy="393700"/>
          </a:xfrm>
          <a:prstGeom prst="rect">
            <a:avLst/>
          </a:prstGeom>
        </p:spPr>
      </p:pic>
      <p:pic>
        <p:nvPicPr>
          <p:cNvPr id="10" name="Picture 9">
            <a:extLst>
              <a:ext uri="{FF2B5EF4-FFF2-40B4-BE49-F238E27FC236}">
                <a16:creationId xmlns:a16="http://schemas.microsoft.com/office/drawing/2014/main" id="{5DB2E666-A5FC-D548-83F8-F79E45EAE12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63601" y="1795128"/>
            <a:ext cx="2589175" cy="2179176"/>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6F468921-426A-3640-BEEF-EBE5360F04B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5707357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gramme Yellow">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998538"/>
          </a:xfrm>
          <a:prstGeom prst="rect">
            <a:avLst/>
          </a:prstGeom>
          <a:solidFill>
            <a:srgbClr val="5F28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356570"/>
            <a:ext cx="10246784" cy="906463"/>
          </a:xfrm>
        </p:spPr>
        <p:txBody>
          <a:bodyPr/>
          <a:lstStyle>
            <a:lvl1pPr>
              <a:defRPr sz="1800" b="1"/>
            </a:lvl1p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20968" y="604838"/>
            <a:ext cx="524933" cy="393700"/>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6F468921-426A-3640-BEEF-EBE5360F04B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6868537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Programme Yellow">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393700"/>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356570"/>
            <a:ext cx="10246784" cy="906463"/>
          </a:xfrm>
        </p:spPr>
        <p:txBody>
          <a:bodyPr/>
          <a:lstStyle>
            <a:lvl1pPr>
              <a:defRPr sz="1800" b="1"/>
            </a:lvl1p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20968" y="9797"/>
            <a:ext cx="514349" cy="385762"/>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6F468921-426A-3640-BEEF-EBE5360F04B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1298030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itle- Gre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244934-A730-414F-BC2C-3F311839C5DE}"/>
              </a:ext>
            </a:extLst>
          </p:cNvPr>
          <p:cNvPicPr>
            <a:picLocks noChangeAspect="1"/>
          </p:cNvPicPr>
          <p:nvPr userDrawn="1"/>
        </p:nvPicPr>
        <p:blipFill>
          <a:blip r:embed="rId2"/>
          <a:stretch>
            <a:fillRect/>
          </a:stretch>
        </p:blipFill>
        <p:spPr>
          <a:xfrm rot="10800000">
            <a:off x="4119626" y="0"/>
            <a:ext cx="8108950" cy="6858000"/>
          </a:xfrm>
          <a:prstGeom prst="rect">
            <a:avLst/>
          </a:prstGeom>
        </p:spPr>
      </p:pic>
      <p:sp>
        <p:nvSpPr>
          <p:cNvPr id="8" name="Rectangle 7">
            <a:extLst>
              <a:ext uri="{FF2B5EF4-FFF2-40B4-BE49-F238E27FC236}">
                <a16:creationId xmlns:a16="http://schemas.microsoft.com/office/drawing/2014/main" id="{0A396745-2908-EF49-89F9-6B575BC576BE}"/>
              </a:ext>
            </a:extLst>
          </p:cNvPr>
          <p:cNvSpPr/>
          <p:nvPr userDrawn="1"/>
        </p:nvSpPr>
        <p:spPr>
          <a:xfrm>
            <a:off x="0" y="0"/>
            <a:ext cx="4553712" cy="6858000"/>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47008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ck slide - grey">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610B9A8E-A28D-4827-A065-1F5ED08AB423}" type="slidenum">
              <a:rPr lang="en-GB" smtClean="0"/>
              <a:t>‹#›</a:t>
            </a:fld>
            <a:endParaRPr lang="en-GB"/>
          </a:p>
        </p:txBody>
      </p:sp>
      <p:sp>
        <p:nvSpPr>
          <p:cNvPr id="10" name="Rectangle 9">
            <a:extLst>
              <a:ext uri="{FF2B5EF4-FFF2-40B4-BE49-F238E27FC236}">
                <a16:creationId xmlns:a16="http://schemas.microsoft.com/office/drawing/2014/main" id="{658F5B33-396B-F742-88EE-7D3D9E255ABD}"/>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4708882"/>
      </p:ext>
    </p:extLst>
  </p:cSld>
  <p:clrMapOvr>
    <a:masterClrMapping/>
  </p:clrMapOvr>
  <p:extLst>
    <p:ext uri="{DCECCB84-F9BA-43D5-87BE-67443E8EF086}">
      <p15:sldGuideLst xmlns:p15="http://schemas.microsoft.com/office/powerpoint/2012/main">
        <p15:guide id="1" orient="horz" pos="346">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610B9A8E-A28D-4827-A065-1F5ED08AB423}" type="slidenum">
              <a:rPr lang="en-GB" smtClean="0"/>
              <a:t>‹#›</a:t>
            </a:fld>
            <a:endParaRPr lang="en-GB"/>
          </a:p>
        </p:txBody>
      </p:sp>
      <p:sp>
        <p:nvSpPr>
          <p:cNvPr id="10" name="Rectangle 9">
            <a:extLst>
              <a:ext uri="{FF2B5EF4-FFF2-40B4-BE49-F238E27FC236}">
                <a16:creationId xmlns:a16="http://schemas.microsoft.com/office/drawing/2014/main" id="{658F5B33-396B-F742-88EE-7D3D9E255ABD}"/>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731838" y="549276"/>
            <a:ext cx="5364162" cy="596034"/>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
        <p:nvSpPr>
          <p:cNvPr id="12" name="Text Placeholder 3"/>
          <p:cNvSpPr>
            <a:spLocks noGrp="1"/>
          </p:cNvSpPr>
          <p:nvPr>
            <p:ph type="body" sz="half" idx="2"/>
          </p:nvPr>
        </p:nvSpPr>
        <p:spPr>
          <a:xfrm>
            <a:off x="731838" y="1392382"/>
            <a:ext cx="5364162" cy="3811588"/>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98521582"/>
      </p:ext>
    </p:extLst>
  </p:cSld>
  <p:clrMapOvr>
    <a:masterClrMapping/>
  </p:clrMapOvr>
  <p:extLst>
    <p:ext uri="{DCECCB84-F9BA-43D5-87BE-67443E8EF086}">
      <p15:sldGuideLst xmlns:p15="http://schemas.microsoft.com/office/powerpoint/2012/main">
        <p15:guide id="1" orient="horz" pos="346">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p:txBody>
          <a:bodyPr/>
          <a:lstStyle/>
          <a:p>
            <a:fld id="{610B9A8E-A28D-4827-A065-1F5ED08AB423}" type="slidenum">
              <a:rPr lang="en-GB" smtClean="0"/>
              <a:t>‹#›</a:t>
            </a:fld>
            <a:endParaRPr lang="en-GB"/>
          </a:p>
        </p:txBody>
      </p:sp>
      <p:sp>
        <p:nvSpPr>
          <p:cNvPr id="7" name="Text Placeholder 3"/>
          <p:cNvSpPr>
            <a:spLocks noGrp="1"/>
          </p:cNvSpPr>
          <p:nvPr>
            <p:ph type="body" sz="half" idx="2"/>
          </p:nvPr>
        </p:nvSpPr>
        <p:spPr>
          <a:xfrm>
            <a:off x="731838" y="1171450"/>
            <a:ext cx="5364162" cy="4540520"/>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Title 1"/>
          <p:cNvSpPr>
            <a:spLocks noGrp="1"/>
          </p:cNvSpPr>
          <p:nvPr>
            <p:ph type="title"/>
          </p:nvPr>
        </p:nvSpPr>
        <p:spPr>
          <a:xfrm>
            <a:off x="731838" y="549275"/>
            <a:ext cx="7174152" cy="382378"/>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4138773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743165" y="1519992"/>
            <a:ext cx="4318362" cy="3781681"/>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610B9A8E-A28D-4827-A065-1F5ED08AB423}" type="slidenum">
              <a:rPr lang="en-GB" smtClean="0"/>
              <a:t>‹#›</a:t>
            </a:fld>
            <a:endParaRPr lang="en-GB"/>
          </a:p>
        </p:txBody>
      </p:sp>
      <p:sp>
        <p:nvSpPr>
          <p:cNvPr id="10" name="Picture Placeholder 9"/>
          <p:cNvSpPr>
            <a:spLocks noGrp="1"/>
          </p:cNvSpPr>
          <p:nvPr>
            <p:ph type="pic" sz="quarter" idx="13"/>
          </p:nvPr>
        </p:nvSpPr>
        <p:spPr>
          <a:xfrm>
            <a:off x="5964238" y="0"/>
            <a:ext cx="6227762" cy="61991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
        <p:nvSpPr>
          <p:cNvPr id="12" name="Title 1"/>
          <p:cNvSpPr>
            <a:spLocks noGrp="1"/>
          </p:cNvSpPr>
          <p:nvPr>
            <p:ph type="title"/>
          </p:nvPr>
        </p:nvSpPr>
        <p:spPr>
          <a:xfrm>
            <a:off x="731838" y="549276"/>
            <a:ext cx="4329689" cy="813698"/>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6545413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610B9A8E-A28D-4827-A065-1F5ED08AB423}" type="slidenum">
              <a:rPr lang="en-GB" smtClean="0"/>
              <a:t>‹#›</a:t>
            </a:fld>
            <a:endParaRPr lang="en-GB"/>
          </a:p>
        </p:txBody>
      </p:sp>
      <p:sp>
        <p:nvSpPr>
          <p:cNvPr id="10" name="Picture Placeholder 9"/>
          <p:cNvSpPr>
            <a:spLocks noGrp="1"/>
          </p:cNvSpPr>
          <p:nvPr>
            <p:ph type="pic" sz="quarter" idx="13"/>
          </p:nvPr>
        </p:nvSpPr>
        <p:spPr>
          <a:xfrm>
            <a:off x="6232525" y="695325"/>
            <a:ext cx="5227638" cy="477043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876111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and Vertical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10B9A8E-A28D-4827-A065-1F5ED08AB423}" type="slidenum">
              <a:rPr lang="en-GB" smtClean="0"/>
              <a:t>‹#›</a:t>
            </a:fld>
            <a:endParaRPr lang="en-GB"/>
          </a:p>
        </p:txBody>
      </p:sp>
      <p:sp>
        <p:nvSpPr>
          <p:cNvPr id="9" name="Picture Placeholder 8"/>
          <p:cNvSpPr>
            <a:spLocks noGrp="1"/>
          </p:cNvSpPr>
          <p:nvPr>
            <p:ph type="pic" sz="quarter" idx="13"/>
          </p:nvPr>
        </p:nvSpPr>
        <p:spPr>
          <a:xfrm>
            <a:off x="0" y="0"/>
            <a:ext cx="5465763" cy="619918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Tree>
    <p:extLst>
      <p:ext uri="{BB962C8B-B14F-4D97-AF65-F5344CB8AC3E}">
        <p14:creationId xmlns:p14="http://schemas.microsoft.com/office/powerpoint/2010/main" val="280498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10B9A8E-A28D-4827-A065-1F5ED08AB423}" type="slidenum">
              <a:rPr lang="en-GB" smtClean="0"/>
              <a:t>‹#›</a:t>
            </a:fld>
            <a:endParaRPr lang="en-GB"/>
          </a:p>
        </p:txBody>
      </p:sp>
      <p:sp>
        <p:nvSpPr>
          <p:cNvPr id="8" name="Picture Placeholder 9"/>
          <p:cNvSpPr>
            <a:spLocks noGrp="1"/>
          </p:cNvSpPr>
          <p:nvPr>
            <p:ph type="pic" sz="quarter" idx="13"/>
          </p:nvPr>
        </p:nvSpPr>
        <p:spPr>
          <a:xfrm>
            <a:off x="741886" y="695325"/>
            <a:ext cx="5227638" cy="477043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10149009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7658100" y="676275"/>
            <a:ext cx="3802063" cy="4703763"/>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37592097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6812566" y="0"/>
            <a:ext cx="5379434" cy="6198669"/>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37837383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0" y="0"/>
            <a:ext cx="7860630" cy="619866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2485958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endParaRPr lang="en-US"/>
          </a:p>
        </p:txBody>
      </p:sp>
      <p:sp>
        <p:nvSpPr>
          <p:cNvPr id="5" name="Rectangle 4">
            <a:extLst>
              <a:ext uri="{FF2B5EF4-FFF2-40B4-BE49-F238E27FC236}">
                <a16:creationId xmlns:a16="http://schemas.microsoft.com/office/drawing/2014/main" id="{B9340AB7-5DAF-4C41-BCE8-32CFA6BA53A8}"/>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8919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 images and three text boxs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5345769-1922-3841-9FA6-D5EC31A27582}"/>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icture Placeholder 3"/>
          <p:cNvSpPr>
            <a:spLocks noGrp="1"/>
          </p:cNvSpPr>
          <p:nvPr>
            <p:ph type="pic" sz="quarter" idx="4294967295"/>
          </p:nvPr>
        </p:nvSpPr>
        <p:spPr>
          <a:xfrm>
            <a:off x="738188" y="1552575"/>
            <a:ext cx="3322637"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42" name="Picture Placeholder 4"/>
          <p:cNvSpPr>
            <a:spLocks noGrp="1"/>
          </p:cNvSpPr>
          <p:nvPr>
            <p:ph type="pic" sz="quarter" idx="4294967295"/>
          </p:nvPr>
        </p:nvSpPr>
        <p:spPr>
          <a:xfrm>
            <a:off x="4449322" y="1552575"/>
            <a:ext cx="3300378"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43" name="Picture Placeholder 5"/>
          <p:cNvSpPr>
            <a:spLocks noGrp="1"/>
          </p:cNvSpPr>
          <p:nvPr>
            <p:ph type="pic" sz="quarter" idx="4294967295"/>
          </p:nvPr>
        </p:nvSpPr>
        <p:spPr>
          <a:xfrm>
            <a:off x="8144465" y="1552575"/>
            <a:ext cx="3300378"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grpSp>
        <p:nvGrpSpPr>
          <p:cNvPr id="21" name="Group 20">
            <a:extLst>
              <a:ext uri="{FF2B5EF4-FFF2-40B4-BE49-F238E27FC236}">
                <a16:creationId xmlns:a16="http://schemas.microsoft.com/office/drawing/2014/main" id="{90E588AE-C5D5-7543-BE95-683DEF9B2A52}"/>
              </a:ext>
            </a:extLst>
          </p:cNvPr>
          <p:cNvGrpSpPr/>
          <p:nvPr userDrawn="1"/>
        </p:nvGrpSpPr>
        <p:grpSpPr>
          <a:xfrm rot="16200000">
            <a:off x="5210876" y="2773184"/>
            <a:ext cx="1777270" cy="3315693"/>
            <a:chOff x="1898617" y="2097848"/>
            <a:chExt cx="1777270" cy="2905460"/>
          </a:xfrm>
        </p:grpSpPr>
        <p:sp>
          <p:nvSpPr>
            <p:cNvPr id="25" name="Rectangle 24">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0E588AE-C5D5-7543-BE95-683DEF9B2A52}"/>
              </a:ext>
            </a:extLst>
          </p:cNvPr>
          <p:cNvGrpSpPr/>
          <p:nvPr userDrawn="1"/>
        </p:nvGrpSpPr>
        <p:grpSpPr>
          <a:xfrm rot="16200000">
            <a:off x="8913682" y="2773185"/>
            <a:ext cx="1777270" cy="3315693"/>
            <a:chOff x="1898617" y="2097848"/>
            <a:chExt cx="1777270" cy="2905460"/>
          </a:xfrm>
        </p:grpSpPr>
        <p:sp>
          <p:nvSpPr>
            <p:cNvPr id="29" name="Rectangle 28">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0E588AE-C5D5-7543-BE95-683DEF9B2A52}"/>
              </a:ext>
            </a:extLst>
          </p:cNvPr>
          <p:cNvGrpSpPr/>
          <p:nvPr userDrawn="1"/>
        </p:nvGrpSpPr>
        <p:grpSpPr>
          <a:xfrm rot="16200000">
            <a:off x="1508705" y="2773185"/>
            <a:ext cx="1777270" cy="3315693"/>
            <a:chOff x="1898617" y="2097848"/>
            <a:chExt cx="1777270" cy="2905460"/>
          </a:xfrm>
        </p:grpSpPr>
        <p:sp>
          <p:nvSpPr>
            <p:cNvPr id="32" name="Rectangle 31">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035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6" presetClass="emph" presetSubtype="0" accel="50000" decel="50000" autoRev="1" fill="hold" nodeType="afterEffect">
                                  <p:stCondLst>
                                    <p:cond delay="0"/>
                                  </p:stCondLst>
                                  <p:childTnLst>
                                    <p:animScale>
                                      <p:cBhvr>
                                        <p:cTn id="10" dur="500" fill="hold"/>
                                        <p:tgtEl>
                                          <p:spTgt spid="31"/>
                                        </p:tgtEl>
                                      </p:cBhvr>
                                      <p:by x="105000" y="105000"/>
                                    </p:animScale>
                                  </p:childTnLst>
                                </p:cTn>
                              </p:par>
                            </p:childTnLst>
                          </p:cTn>
                        </p:par>
                        <p:par>
                          <p:cTn id="11" fill="hold">
                            <p:stCondLst>
                              <p:cond delay="1500"/>
                            </p:stCondLst>
                            <p:childTnLst>
                              <p:par>
                                <p:cTn id="12" presetID="22" presetClass="entr" presetSubtype="8"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2000"/>
                            </p:stCondLst>
                            <p:childTnLst>
                              <p:par>
                                <p:cTn id="16" presetID="6" presetClass="emph" presetSubtype="0" accel="50000" decel="50000" autoRev="1" fill="hold" nodeType="afterEffect">
                                  <p:stCondLst>
                                    <p:cond delay="0"/>
                                  </p:stCondLst>
                                  <p:childTnLst>
                                    <p:animScale>
                                      <p:cBhvr>
                                        <p:cTn id="17" dur="500" fill="hold"/>
                                        <p:tgtEl>
                                          <p:spTgt spid="21"/>
                                        </p:tgtEl>
                                      </p:cBhvr>
                                      <p:by x="105000" y="105000"/>
                                    </p:animScale>
                                  </p:childTnLst>
                                </p:cTn>
                              </p:par>
                            </p:childTnLst>
                          </p:cTn>
                        </p:par>
                        <p:par>
                          <p:cTn id="18" fill="hold">
                            <p:stCondLst>
                              <p:cond delay="3000"/>
                            </p:stCondLst>
                            <p:childTnLst>
                              <p:par>
                                <p:cTn id="19" presetID="22" presetClass="entr" presetSubtype="8"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500"/>
                                        <p:tgtEl>
                                          <p:spTgt spid="28"/>
                                        </p:tgtEl>
                                      </p:cBhvr>
                                    </p:animEffect>
                                  </p:childTnLst>
                                </p:cTn>
                              </p:par>
                            </p:childTnLst>
                          </p:cTn>
                        </p:par>
                        <p:par>
                          <p:cTn id="22" fill="hold">
                            <p:stCondLst>
                              <p:cond delay="3500"/>
                            </p:stCondLst>
                            <p:childTnLst>
                              <p:par>
                                <p:cTn id="23" presetID="6" presetClass="emph" presetSubtype="0" accel="50000" decel="50000" autoRev="1" fill="hold" nodeType="afterEffect">
                                  <p:stCondLst>
                                    <p:cond delay="0"/>
                                  </p:stCondLst>
                                  <p:childTnLst>
                                    <p:animScale>
                                      <p:cBhvr>
                                        <p:cTn id="24" dur="500"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Moodboard - style 1 grey">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F85E743-C640-B84C-9807-1748E50632C0}"/>
              </a:ext>
            </a:extLst>
          </p:cNvPr>
          <p:cNvSpPr/>
          <p:nvPr userDrawn="1"/>
        </p:nvSpPr>
        <p:spPr>
          <a:xfrm>
            <a:off x="0" y="0"/>
            <a:ext cx="12192000" cy="6205538"/>
          </a:xfrm>
          <a:prstGeom prst="rect">
            <a:avLst/>
          </a:prstGeom>
          <a:solidFill>
            <a:srgbClr val="E2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Picture Placeholder 4">
            <a:extLst>
              <a:ext uri="{FF2B5EF4-FFF2-40B4-BE49-F238E27FC236}">
                <a16:creationId xmlns:a16="http://schemas.microsoft.com/office/drawing/2014/main" id="{ED007CB2-18E9-334F-8478-3878C0C7C71E}"/>
              </a:ext>
            </a:extLst>
          </p:cNvPr>
          <p:cNvSpPr>
            <a:spLocks noGrp="1"/>
          </p:cNvSpPr>
          <p:nvPr>
            <p:ph type="pic" sz="quarter" idx="10"/>
          </p:nvPr>
        </p:nvSpPr>
        <p:spPr>
          <a:xfrm>
            <a:off x="752475" y="1477907"/>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5" name="Picture Placeholder 6">
            <a:extLst>
              <a:ext uri="{FF2B5EF4-FFF2-40B4-BE49-F238E27FC236}">
                <a16:creationId xmlns:a16="http://schemas.microsoft.com/office/drawing/2014/main" id="{B24EACF6-8184-B248-9BC9-2B097AC07D50}"/>
              </a:ext>
            </a:extLst>
          </p:cNvPr>
          <p:cNvSpPr>
            <a:spLocks noGrp="1"/>
          </p:cNvSpPr>
          <p:nvPr>
            <p:ph type="pic" sz="quarter" idx="11"/>
          </p:nvPr>
        </p:nvSpPr>
        <p:spPr>
          <a:xfrm>
            <a:off x="3414713" y="1477906"/>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6" name="Picture Placeholder 8">
            <a:extLst>
              <a:ext uri="{FF2B5EF4-FFF2-40B4-BE49-F238E27FC236}">
                <a16:creationId xmlns:a16="http://schemas.microsoft.com/office/drawing/2014/main" id="{1FF41831-8A49-D04E-8ECB-37D5FDD4555B}"/>
              </a:ext>
            </a:extLst>
          </p:cNvPr>
          <p:cNvSpPr>
            <a:spLocks noGrp="1"/>
          </p:cNvSpPr>
          <p:nvPr>
            <p:ph type="pic" sz="quarter" idx="12"/>
          </p:nvPr>
        </p:nvSpPr>
        <p:spPr>
          <a:xfrm>
            <a:off x="752475" y="3536894"/>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7" name="Picture Placeholder 10">
            <a:extLst>
              <a:ext uri="{FF2B5EF4-FFF2-40B4-BE49-F238E27FC236}">
                <a16:creationId xmlns:a16="http://schemas.microsoft.com/office/drawing/2014/main" id="{0B951411-F02D-B647-AC73-B71663A2427D}"/>
              </a:ext>
            </a:extLst>
          </p:cNvPr>
          <p:cNvSpPr>
            <a:spLocks noGrp="1"/>
          </p:cNvSpPr>
          <p:nvPr>
            <p:ph type="pic" sz="quarter" idx="13"/>
          </p:nvPr>
        </p:nvSpPr>
        <p:spPr>
          <a:xfrm>
            <a:off x="3414713" y="3536894"/>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8" name="Picture Placeholder 12">
            <a:extLst>
              <a:ext uri="{FF2B5EF4-FFF2-40B4-BE49-F238E27FC236}">
                <a16:creationId xmlns:a16="http://schemas.microsoft.com/office/drawing/2014/main" id="{F3F3D82E-3D7A-BC45-9AEE-067DDA5AA582}"/>
              </a:ext>
            </a:extLst>
          </p:cNvPr>
          <p:cNvSpPr>
            <a:spLocks noGrp="1"/>
          </p:cNvSpPr>
          <p:nvPr>
            <p:ph type="pic" sz="quarter" idx="14"/>
          </p:nvPr>
        </p:nvSpPr>
        <p:spPr>
          <a:xfrm>
            <a:off x="6243891" y="1477907"/>
            <a:ext cx="5214937" cy="3952875"/>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dirty="0"/>
            </a:lvl1pPr>
          </a:lstStyle>
          <a:p>
            <a:pPr lvl="0"/>
            <a:endParaRPr lang="en-US"/>
          </a:p>
        </p:txBody>
      </p:sp>
      <p:sp>
        <p:nvSpPr>
          <p:cNvPr id="19" name="Slide Number Placeholder 2"/>
          <p:cNvSpPr>
            <a:spLocks noGrp="1"/>
          </p:cNvSpPr>
          <p:nvPr>
            <p:ph type="sldNum" sz="quarter" idx="15"/>
          </p:nvPr>
        </p:nvSpPr>
        <p:spPr>
          <a:xfrm>
            <a:off x="406880" y="6356350"/>
            <a:ext cx="2743200" cy="365125"/>
          </a:xfrm>
        </p:spPr>
        <p:txBody>
          <a:bodyPr/>
          <a:lstStyle/>
          <a:p>
            <a:fld id="{610B9A8E-A28D-4827-A065-1F5ED08AB423}" type="slidenum">
              <a:rPr lang="en-GB" smtClean="0"/>
              <a:pPr/>
              <a:t>‹#›</a:t>
            </a:fld>
            <a:endParaRPr lang="en-GB"/>
          </a:p>
        </p:txBody>
      </p:sp>
    </p:spTree>
    <p:extLst>
      <p:ext uri="{BB962C8B-B14F-4D97-AF65-F5344CB8AC3E}">
        <p14:creationId xmlns:p14="http://schemas.microsoft.com/office/powerpoint/2010/main" val="3577696101"/>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Moodboard - style 1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D007CB2-18E9-334F-8478-3878C0C7C71E}"/>
              </a:ext>
            </a:extLst>
          </p:cNvPr>
          <p:cNvSpPr>
            <a:spLocks noGrp="1"/>
          </p:cNvSpPr>
          <p:nvPr>
            <p:ph type="pic" sz="quarter" idx="10"/>
          </p:nvPr>
        </p:nvSpPr>
        <p:spPr>
          <a:xfrm>
            <a:off x="752475" y="1477907"/>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7" name="Picture Placeholder 6">
            <a:extLst>
              <a:ext uri="{FF2B5EF4-FFF2-40B4-BE49-F238E27FC236}">
                <a16:creationId xmlns:a16="http://schemas.microsoft.com/office/drawing/2014/main" id="{B24EACF6-8184-B248-9BC9-2B097AC07D50}"/>
              </a:ext>
            </a:extLst>
          </p:cNvPr>
          <p:cNvSpPr>
            <a:spLocks noGrp="1"/>
          </p:cNvSpPr>
          <p:nvPr>
            <p:ph type="pic" sz="quarter" idx="11"/>
          </p:nvPr>
        </p:nvSpPr>
        <p:spPr>
          <a:xfrm>
            <a:off x="3414713" y="1477906"/>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9" name="Picture Placeholder 8">
            <a:extLst>
              <a:ext uri="{FF2B5EF4-FFF2-40B4-BE49-F238E27FC236}">
                <a16:creationId xmlns:a16="http://schemas.microsoft.com/office/drawing/2014/main" id="{1FF41831-8A49-D04E-8ECB-37D5FDD4555B}"/>
              </a:ext>
            </a:extLst>
          </p:cNvPr>
          <p:cNvSpPr>
            <a:spLocks noGrp="1"/>
          </p:cNvSpPr>
          <p:nvPr>
            <p:ph type="pic" sz="quarter" idx="12"/>
          </p:nvPr>
        </p:nvSpPr>
        <p:spPr>
          <a:xfrm>
            <a:off x="752475" y="3536894"/>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1" name="Picture Placeholder 10">
            <a:extLst>
              <a:ext uri="{FF2B5EF4-FFF2-40B4-BE49-F238E27FC236}">
                <a16:creationId xmlns:a16="http://schemas.microsoft.com/office/drawing/2014/main" id="{0B951411-F02D-B647-AC73-B71663A2427D}"/>
              </a:ext>
            </a:extLst>
          </p:cNvPr>
          <p:cNvSpPr>
            <a:spLocks noGrp="1"/>
          </p:cNvSpPr>
          <p:nvPr>
            <p:ph type="pic" sz="quarter" idx="13"/>
          </p:nvPr>
        </p:nvSpPr>
        <p:spPr>
          <a:xfrm>
            <a:off x="3414713" y="3536894"/>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3" name="Picture Placeholder 12">
            <a:extLst>
              <a:ext uri="{FF2B5EF4-FFF2-40B4-BE49-F238E27FC236}">
                <a16:creationId xmlns:a16="http://schemas.microsoft.com/office/drawing/2014/main" id="{F3F3D82E-3D7A-BC45-9AEE-067DDA5AA582}"/>
              </a:ext>
            </a:extLst>
          </p:cNvPr>
          <p:cNvSpPr>
            <a:spLocks noGrp="1"/>
          </p:cNvSpPr>
          <p:nvPr>
            <p:ph type="pic" sz="quarter" idx="14"/>
          </p:nvPr>
        </p:nvSpPr>
        <p:spPr>
          <a:xfrm>
            <a:off x="6243891" y="1477907"/>
            <a:ext cx="5214937" cy="3952875"/>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dirty="0"/>
            </a:lvl1pPr>
          </a:lstStyle>
          <a:p>
            <a:pPr lvl="0"/>
            <a:endParaRPr lang="en-US"/>
          </a:p>
        </p:txBody>
      </p:sp>
      <p:sp>
        <p:nvSpPr>
          <p:cNvPr id="14" name="Slide Number Placeholder 2"/>
          <p:cNvSpPr>
            <a:spLocks noGrp="1"/>
          </p:cNvSpPr>
          <p:nvPr>
            <p:ph type="sldNum" sz="quarter" idx="15"/>
          </p:nvPr>
        </p:nvSpPr>
        <p:spPr>
          <a:xfrm>
            <a:off x="406880" y="6356350"/>
            <a:ext cx="2743200" cy="365125"/>
          </a:xfrm>
        </p:spPr>
        <p:txBody>
          <a:bodyPr/>
          <a:lstStyle/>
          <a:p>
            <a:fld id="{610B9A8E-A28D-4827-A065-1F5ED08AB423}" type="slidenum">
              <a:rPr lang="en-GB" smtClean="0"/>
              <a:pPr/>
              <a:t>‹#›</a:t>
            </a:fld>
            <a:endParaRPr lang="en-GB"/>
          </a:p>
        </p:txBody>
      </p:sp>
    </p:spTree>
    <p:extLst>
      <p:ext uri="{BB962C8B-B14F-4D97-AF65-F5344CB8AC3E}">
        <p14:creationId xmlns:p14="http://schemas.microsoft.com/office/powerpoint/2010/main" val="5524770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Moodboard - style 2 gre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Rectangle 3">
            <a:extLst>
              <a:ext uri="{FF2B5EF4-FFF2-40B4-BE49-F238E27FC236}">
                <a16:creationId xmlns:a16="http://schemas.microsoft.com/office/drawing/2014/main" id="{2F85E743-C640-B84C-9807-1748E50632C0}"/>
              </a:ext>
            </a:extLst>
          </p:cNvPr>
          <p:cNvSpPr/>
          <p:nvPr userDrawn="1"/>
        </p:nvSpPr>
        <p:spPr>
          <a:xfrm>
            <a:off x="0" y="0"/>
            <a:ext cx="12192000" cy="6205538"/>
          </a:xfrm>
          <a:prstGeom prst="rect">
            <a:avLst/>
          </a:prstGeom>
          <a:solidFill>
            <a:srgbClr val="E2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51978"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4" name="Rectangle 23"/>
          <p:cNvSpPr/>
          <p:nvPr userDrawn="1"/>
        </p:nvSpPr>
        <p:spPr>
          <a:xfrm>
            <a:off x="3415257"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5" name="Rectangle 24"/>
          <p:cNvSpPr/>
          <p:nvPr userDrawn="1"/>
        </p:nvSpPr>
        <p:spPr>
          <a:xfrm>
            <a:off x="6077370"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6" name="Rectangle 25"/>
          <p:cNvSpPr/>
          <p:nvPr userDrawn="1"/>
        </p:nvSpPr>
        <p:spPr>
          <a:xfrm>
            <a:off x="8741529"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7" name="Rectangle 26"/>
          <p:cNvSpPr/>
          <p:nvPr userDrawn="1"/>
        </p:nvSpPr>
        <p:spPr>
          <a:xfrm>
            <a:off x="751978"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8" name="Rectangle 27"/>
          <p:cNvSpPr/>
          <p:nvPr userDrawn="1"/>
        </p:nvSpPr>
        <p:spPr>
          <a:xfrm>
            <a:off x="3415257"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9" name="Rectangle 28"/>
          <p:cNvSpPr/>
          <p:nvPr userDrawn="1"/>
        </p:nvSpPr>
        <p:spPr>
          <a:xfrm>
            <a:off x="6077370"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0" name="Rectangle 29"/>
          <p:cNvSpPr/>
          <p:nvPr userDrawn="1"/>
        </p:nvSpPr>
        <p:spPr>
          <a:xfrm>
            <a:off x="8741529"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1" name="Picture Placeholder 2">
            <a:extLst>
              <a:ext uri="{FF2B5EF4-FFF2-40B4-BE49-F238E27FC236}">
                <a16:creationId xmlns:a16="http://schemas.microsoft.com/office/drawing/2014/main" id="{9AEBE29C-EC21-F943-BE40-CE6575A74798}"/>
              </a:ext>
            </a:extLst>
          </p:cNvPr>
          <p:cNvSpPr>
            <a:spLocks noGrp="1"/>
          </p:cNvSpPr>
          <p:nvPr>
            <p:ph type="pic" sz="quarter" idx="11"/>
          </p:nvPr>
        </p:nvSpPr>
        <p:spPr>
          <a:xfrm>
            <a:off x="752475" y="1478580"/>
            <a:ext cx="2503488" cy="1893887"/>
          </a:xfrm>
          <a:prstGeom prst="rect">
            <a:avLst/>
          </a:prstGeom>
        </p:spPr>
        <p:txBody>
          <a:bodyPr/>
          <a:lstStyle/>
          <a:p>
            <a:endParaRPr lang="en-US"/>
          </a:p>
        </p:txBody>
      </p:sp>
      <p:sp>
        <p:nvSpPr>
          <p:cNvPr id="32" name="Picture Placeholder 5">
            <a:extLst>
              <a:ext uri="{FF2B5EF4-FFF2-40B4-BE49-F238E27FC236}">
                <a16:creationId xmlns:a16="http://schemas.microsoft.com/office/drawing/2014/main" id="{DBEFE66D-1540-B04B-8EA4-E7B0DE389A5C}"/>
              </a:ext>
            </a:extLst>
          </p:cNvPr>
          <p:cNvSpPr>
            <a:spLocks noGrp="1"/>
          </p:cNvSpPr>
          <p:nvPr>
            <p:ph type="pic" sz="quarter" idx="12"/>
          </p:nvPr>
        </p:nvSpPr>
        <p:spPr>
          <a:xfrm>
            <a:off x="3414713" y="1478580"/>
            <a:ext cx="2505075" cy="1893887"/>
          </a:xfrm>
          <a:prstGeom prst="rect">
            <a:avLst/>
          </a:prstGeom>
        </p:spPr>
        <p:txBody>
          <a:bodyPr/>
          <a:lstStyle/>
          <a:p>
            <a:endParaRPr lang="en-US"/>
          </a:p>
        </p:txBody>
      </p:sp>
      <p:sp>
        <p:nvSpPr>
          <p:cNvPr id="33" name="Picture Placeholder 7">
            <a:extLst>
              <a:ext uri="{FF2B5EF4-FFF2-40B4-BE49-F238E27FC236}">
                <a16:creationId xmlns:a16="http://schemas.microsoft.com/office/drawing/2014/main" id="{F1665C8F-BFB5-F447-85C1-EBA6E8556B40}"/>
              </a:ext>
            </a:extLst>
          </p:cNvPr>
          <p:cNvSpPr>
            <a:spLocks noGrp="1"/>
          </p:cNvSpPr>
          <p:nvPr>
            <p:ph type="pic" sz="quarter" idx="13"/>
          </p:nvPr>
        </p:nvSpPr>
        <p:spPr>
          <a:xfrm>
            <a:off x="6078538" y="1478580"/>
            <a:ext cx="2503487" cy="1893887"/>
          </a:xfrm>
          <a:prstGeom prst="rect">
            <a:avLst/>
          </a:prstGeom>
        </p:spPr>
        <p:txBody>
          <a:bodyPr/>
          <a:lstStyle/>
          <a:p>
            <a:endParaRPr lang="en-US"/>
          </a:p>
        </p:txBody>
      </p:sp>
      <p:sp>
        <p:nvSpPr>
          <p:cNvPr id="34" name="Picture Placeholder 17">
            <a:extLst>
              <a:ext uri="{FF2B5EF4-FFF2-40B4-BE49-F238E27FC236}">
                <a16:creationId xmlns:a16="http://schemas.microsoft.com/office/drawing/2014/main" id="{8D547623-D865-1645-A2B5-DD7855ADFF7A}"/>
              </a:ext>
            </a:extLst>
          </p:cNvPr>
          <p:cNvSpPr>
            <a:spLocks noGrp="1"/>
          </p:cNvSpPr>
          <p:nvPr>
            <p:ph type="pic" sz="quarter" idx="14"/>
          </p:nvPr>
        </p:nvSpPr>
        <p:spPr>
          <a:xfrm>
            <a:off x="8740775" y="1478580"/>
            <a:ext cx="2505075" cy="1893887"/>
          </a:xfrm>
          <a:prstGeom prst="rect">
            <a:avLst/>
          </a:prstGeom>
        </p:spPr>
        <p:txBody>
          <a:bodyPr/>
          <a:lstStyle/>
          <a:p>
            <a:endParaRPr lang="en-US"/>
          </a:p>
        </p:txBody>
      </p:sp>
      <p:sp>
        <p:nvSpPr>
          <p:cNvPr id="35" name="Picture Placeholder 19">
            <a:extLst>
              <a:ext uri="{FF2B5EF4-FFF2-40B4-BE49-F238E27FC236}">
                <a16:creationId xmlns:a16="http://schemas.microsoft.com/office/drawing/2014/main" id="{D5B605DB-E7A6-3644-9FC6-040FF0BB8317}"/>
              </a:ext>
            </a:extLst>
          </p:cNvPr>
          <p:cNvSpPr>
            <a:spLocks noGrp="1"/>
          </p:cNvSpPr>
          <p:nvPr>
            <p:ph type="pic" sz="quarter" idx="15"/>
          </p:nvPr>
        </p:nvSpPr>
        <p:spPr>
          <a:xfrm>
            <a:off x="752475" y="3537176"/>
            <a:ext cx="2503488" cy="1893888"/>
          </a:xfrm>
          <a:prstGeom prst="rect">
            <a:avLst/>
          </a:prstGeom>
        </p:spPr>
        <p:txBody>
          <a:bodyPr/>
          <a:lstStyle/>
          <a:p>
            <a:endParaRPr lang="en-US"/>
          </a:p>
        </p:txBody>
      </p:sp>
      <p:sp>
        <p:nvSpPr>
          <p:cNvPr id="36" name="Picture Placeholder 21">
            <a:extLst>
              <a:ext uri="{FF2B5EF4-FFF2-40B4-BE49-F238E27FC236}">
                <a16:creationId xmlns:a16="http://schemas.microsoft.com/office/drawing/2014/main" id="{74FC4D74-AB09-E34F-87E3-7E7178DB7377}"/>
              </a:ext>
            </a:extLst>
          </p:cNvPr>
          <p:cNvSpPr>
            <a:spLocks noGrp="1"/>
          </p:cNvSpPr>
          <p:nvPr>
            <p:ph type="pic" sz="quarter" idx="16"/>
          </p:nvPr>
        </p:nvSpPr>
        <p:spPr>
          <a:xfrm>
            <a:off x="3414713" y="3537176"/>
            <a:ext cx="2505075" cy="1893888"/>
          </a:xfrm>
          <a:prstGeom prst="rect">
            <a:avLst/>
          </a:prstGeom>
        </p:spPr>
        <p:txBody>
          <a:bodyPr/>
          <a:lstStyle/>
          <a:p>
            <a:endParaRPr lang="en-US"/>
          </a:p>
        </p:txBody>
      </p:sp>
      <p:sp>
        <p:nvSpPr>
          <p:cNvPr id="37" name="Picture Placeholder 23">
            <a:extLst>
              <a:ext uri="{FF2B5EF4-FFF2-40B4-BE49-F238E27FC236}">
                <a16:creationId xmlns:a16="http://schemas.microsoft.com/office/drawing/2014/main" id="{E59936F9-D55C-5945-8126-CA62C6FA3D29}"/>
              </a:ext>
            </a:extLst>
          </p:cNvPr>
          <p:cNvSpPr>
            <a:spLocks noGrp="1"/>
          </p:cNvSpPr>
          <p:nvPr>
            <p:ph type="pic" sz="quarter" idx="17"/>
          </p:nvPr>
        </p:nvSpPr>
        <p:spPr>
          <a:xfrm>
            <a:off x="6078538" y="3537176"/>
            <a:ext cx="2503487" cy="1893888"/>
          </a:xfrm>
          <a:prstGeom prst="rect">
            <a:avLst/>
          </a:prstGeom>
        </p:spPr>
        <p:txBody>
          <a:bodyPr/>
          <a:lstStyle/>
          <a:p>
            <a:endParaRPr lang="en-US"/>
          </a:p>
        </p:txBody>
      </p:sp>
      <p:sp>
        <p:nvSpPr>
          <p:cNvPr id="38" name="Picture Placeholder 25">
            <a:extLst>
              <a:ext uri="{FF2B5EF4-FFF2-40B4-BE49-F238E27FC236}">
                <a16:creationId xmlns:a16="http://schemas.microsoft.com/office/drawing/2014/main" id="{888165F7-5D06-904C-84C1-1BCA1CF6F0A7}"/>
              </a:ext>
            </a:extLst>
          </p:cNvPr>
          <p:cNvSpPr>
            <a:spLocks noGrp="1"/>
          </p:cNvSpPr>
          <p:nvPr>
            <p:ph type="pic" sz="quarter" idx="18"/>
          </p:nvPr>
        </p:nvSpPr>
        <p:spPr>
          <a:xfrm>
            <a:off x="8740775" y="3537176"/>
            <a:ext cx="2505075" cy="1893888"/>
          </a:xfrm>
          <a:prstGeom prst="rect">
            <a:avLst/>
          </a:prstGeom>
        </p:spPr>
        <p:txBody>
          <a:bodyPr/>
          <a:lstStyle/>
          <a:p>
            <a:endParaRPr lang="en-US"/>
          </a:p>
        </p:txBody>
      </p:sp>
    </p:spTree>
    <p:extLst>
      <p:ext uri="{BB962C8B-B14F-4D97-AF65-F5344CB8AC3E}">
        <p14:creationId xmlns:p14="http://schemas.microsoft.com/office/powerpoint/2010/main" val="2525946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Moodboard - style 2 white">
    <p:spTree>
      <p:nvGrpSpPr>
        <p:cNvPr id="1" name=""/>
        <p:cNvGrpSpPr/>
        <p:nvPr/>
      </p:nvGrpSpPr>
      <p:grpSpPr>
        <a:xfrm>
          <a:off x="0" y="0"/>
          <a:ext cx="0" cy="0"/>
          <a:chOff x="0" y="0"/>
          <a:chExt cx="0" cy="0"/>
        </a:xfrm>
      </p:grpSpPr>
      <p:sp>
        <p:nvSpPr>
          <p:cNvPr id="2" name="Rectangle 1"/>
          <p:cNvSpPr/>
          <p:nvPr userDrawn="1"/>
        </p:nvSpPr>
        <p:spPr>
          <a:xfrm>
            <a:off x="751978"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1" name="Rectangle 20"/>
          <p:cNvSpPr/>
          <p:nvPr userDrawn="1"/>
        </p:nvSpPr>
        <p:spPr>
          <a:xfrm>
            <a:off x="3415257"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2" name="Rectangle 21"/>
          <p:cNvSpPr/>
          <p:nvPr userDrawn="1"/>
        </p:nvSpPr>
        <p:spPr>
          <a:xfrm>
            <a:off x="6077370"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3" name="Rectangle 22"/>
          <p:cNvSpPr/>
          <p:nvPr userDrawn="1"/>
        </p:nvSpPr>
        <p:spPr>
          <a:xfrm>
            <a:off x="8741529"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5" name="Rectangle 24"/>
          <p:cNvSpPr/>
          <p:nvPr userDrawn="1"/>
        </p:nvSpPr>
        <p:spPr>
          <a:xfrm>
            <a:off x="751978"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6" name="Rectangle 25"/>
          <p:cNvSpPr/>
          <p:nvPr userDrawn="1"/>
        </p:nvSpPr>
        <p:spPr>
          <a:xfrm>
            <a:off x="3415257"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7" name="Rectangle 26"/>
          <p:cNvSpPr/>
          <p:nvPr userDrawn="1"/>
        </p:nvSpPr>
        <p:spPr>
          <a:xfrm>
            <a:off x="6077370"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8" name="Rectangle 27"/>
          <p:cNvSpPr/>
          <p:nvPr userDrawn="1"/>
        </p:nvSpPr>
        <p:spPr>
          <a:xfrm>
            <a:off x="8741529"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13" name="Picture Placeholder 2">
            <a:extLst>
              <a:ext uri="{FF2B5EF4-FFF2-40B4-BE49-F238E27FC236}">
                <a16:creationId xmlns:a16="http://schemas.microsoft.com/office/drawing/2014/main" id="{9AEBE29C-EC21-F943-BE40-CE6575A74798}"/>
              </a:ext>
            </a:extLst>
          </p:cNvPr>
          <p:cNvSpPr>
            <a:spLocks noGrp="1"/>
          </p:cNvSpPr>
          <p:nvPr>
            <p:ph type="pic" sz="quarter" idx="11"/>
          </p:nvPr>
        </p:nvSpPr>
        <p:spPr>
          <a:xfrm>
            <a:off x="752475" y="1478580"/>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4" name="Picture Placeholder 5">
            <a:extLst>
              <a:ext uri="{FF2B5EF4-FFF2-40B4-BE49-F238E27FC236}">
                <a16:creationId xmlns:a16="http://schemas.microsoft.com/office/drawing/2014/main" id="{DBEFE66D-1540-B04B-8EA4-E7B0DE389A5C}"/>
              </a:ext>
            </a:extLst>
          </p:cNvPr>
          <p:cNvSpPr>
            <a:spLocks noGrp="1"/>
          </p:cNvSpPr>
          <p:nvPr>
            <p:ph type="pic" sz="quarter" idx="12"/>
          </p:nvPr>
        </p:nvSpPr>
        <p:spPr>
          <a:xfrm>
            <a:off x="3414713" y="1478580"/>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5" name="Picture Placeholder 7">
            <a:extLst>
              <a:ext uri="{FF2B5EF4-FFF2-40B4-BE49-F238E27FC236}">
                <a16:creationId xmlns:a16="http://schemas.microsoft.com/office/drawing/2014/main" id="{F1665C8F-BFB5-F447-85C1-EBA6E8556B40}"/>
              </a:ext>
            </a:extLst>
          </p:cNvPr>
          <p:cNvSpPr>
            <a:spLocks noGrp="1"/>
          </p:cNvSpPr>
          <p:nvPr>
            <p:ph type="pic" sz="quarter" idx="13"/>
          </p:nvPr>
        </p:nvSpPr>
        <p:spPr>
          <a:xfrm>
            <a:off x="6078538" y="1478580"/>
            <a:ext cx="2503487"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6" name="Picture Placeholder 17">
            <a:extLst>
              <a:ext uri="{FF2B5EF4-FFF2-40B4-BE49-F238E27FC236}">
                <a16:creationId xmlns:a16="http://schemas.microsoft.com/office/drawing/2014/main" id="{8D547623-D865-1645-A2B5-DD7855ADFF7A}"/>
              </a:ext>
            </a:extLst>
          </p:cNvPr>
          <p:cNvSpPr>
            <a:spLocks noGrp="1"/>
          </p:cNvSpPr>
          <p:nvPr>
            <p:ph type="pic" sz="quarter" idx="14"/>
          </p:nvPr>
        </p:nvSpPr>
        <p:spPr>
          <a:xfrm>
            <a:off x="8740775" y="1478580"/>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7" name="Picture Placeholder 19">
            <a:extLst>
              <a:ext uri="{FF2B5EF4-FFF2-40B4-BE49-F238E27FC236}">
                <a16:creationId xmlns:a16="http://schemas.microsoft.com/office/drawing/2014/main" id="{D5B605DB-E7A6-3644-9FC6-040FF0BB8317}"/>
              </a:ext>
            </a:extLst>
          </p:cNvPr>
          <p:cNvSpPr>
            <a:spLocks noGrp="1"/>
          </p:cNvSpPr>
          <p:nvPr>
            <p:ph type="pic" sz="quarter" idx="15"/>
          </p:nvPr>
        </p:nvSpPr>
        <p:spPr>
          <a:xfrm>
            <a:off x="752475" y="3537176"/>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8" name="Picture Placeholder 21">
            <a:extLst>
              <a:ext uri="{FF2B5EF4-FFF2-40B4-BE49-F238E27FC236}">
                <a16:creationId xmlns:a16="http://schemas.microsoft.com/office/drawing/2014/main" id="{74FC4D74-AB09-E34F-87E3-7E7178DB7377}"/>
              </a:ext>
            </a:extLst>
          </p:cNvPr>
          <p:cNvSpPr>
            <a:spLocks noGrp="1"/>
          </p:cNvSpPr>
          <p:nvPr>
            <p:ph type="pic" sz="quarter" idx="16"/>
          </p:nvPr>
        </p:nvSpPr>
        <p:spPr>
          <a:xfrm>
            <a:off x="3414713" y="3537176"/>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9" name="Picture Placeholder 23">
            <a:extLst>
              <a:ext uri="{FF2B5EF4-FFF2-40B4-BE49-F238E27FC236}">
                <a16:creationId xmlns:a16="http://schemas.microsoft.com/office/drawing/2014/main" id="{E59936F9-D55C-5945-8126-CA62C6FA3D29}"/>
              </a:ext>
            </a:extLst>
          </p:cNvPr>
          <p:cNvSpPr>
            <a:spLocks noGrp="1"/>
          </p:cNvSpPr>
          <p:nvPr>
            <p:ph type="pic" sz="quarter" idx="17"/>
          </p:nvPr>
        </p:nvSpPr>
        <p:spPr>
          <a:xfrm>
            <a:off x="6078538" y="3537176"/>
            <a:ext cx="2503487"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20" name="Picture Placeholder 25">
            <a:extLst>
              <a:ext uri="{FF2B5EF4-FFF2-40B4-BE49-F238E27FC236}">
                <a16:creationId xmlns:a16="http://schemas.microsoft.com/office/drawing/2014/main" id="{888165F7-5D06-904C-84C1-1BCA1CF6F0A7}"/>
              </a:ext>
            </a:extLst>
          </p:cNvPr>
          <p:cNvSpPr>
            <a:spLocks noGrp="1"/>
          </p:cNvSpPr>
          <p:nvPr>
            <p:ph type="pic" sz="quarter" idx="18"/>
          </p:nvPr>
        </p:nvSpPr>
        <p:spPr>
          <a:xfrm>
            <a:off x="8740775" y="3537176"/>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4029919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Light Grey divider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C5BB8B3D-9990-D648-B91B-15C14C7D7A4D}"/>
              </a:ext>
            </a:extLst>
          </p:cNvPr>
          <p:cNvSpPr/>
          <p:nvPr userDrawn="1"/>
        </p:nvSpPr>
        <p:spPr>
          <a:xfrm>
            <a:off x="0" y="0"/>
            <a:ext cx="4828674" cy="6858000"/>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id="{5D75A97C-00F5-9140-A2C1-DFE7F361E3A8}"/>
              </a:ext>
            </a:extLst>
          </p:cNvPr>
          <p:cNvPicPr>
            <a:picLocks noChangeAspect="1"/>
          </p:cNvPicPr>
          <p:nvPr userDrawn="1"/>
        </p:nvPicPr>
        <p:blipFill rotWithShape="1">
          <a:blip r:embed="rId2"/>
          <a:srcRect l="3157" r="4045"/>
          <a:stretch/>
        </p:blipFill>
        <p:spPr>
          <a:xfrm rot="10800000">
            <a:off x="4668000" y="0"/>
            <a:ext cx="7524000" cy="6858000"/>
          </a:xfrm>
          <a:prstGeom prst="rect">
            <a:avLst/>
          </a:prstGeom>
        </p:spPr>
      </p:pic>
      <p:pic>
        <p:nvPicPr>
          <p:cNvPr id="24" name="Picture 23">
            <a:extLst>
              <a:ext uri="{FF2B5EF4-FFF2-40B4-BE49-F238E27FC236}">
                <a16:creationId xmlns:a16="http://schemas.microsoft.com/office/drawing/2014/main" id="{61C0A596-6150-5F4C-B92A-770135B4F7C5}"/>
              </a:ext>
            </a:extLst>
          </p:cNvPr>
          <p:cNvPicPr>
            <a:picLocks noChangeAspect="1"/>
          </p:cNvPicPr>
          <p:nvPr userDrawn="1"/>
        </p:nvPicPr>
        <p:blipFill>
          <a:blip r:embed="rId3"/>
          <a:stretch>
            <a:fillRect/>
          </a:stretch>
        </p:blipFill>
        <p:spPr>
          <a:xfrm>
            <a:off x="9745579" y="6385125"/>
            <a:ext cx="2105309" cy="278429"/>
          </a:xfrm>
          <a:prstGeom prst="rect">
            <a:avLst/>
          </a:prstGeom>
        </p:spPr>
      </p:pic>
    </p:spTree>
    <p:extLst>
      <p:ext uri="{BB962C8B-B14F-4D97-AF65-F5344CB8AC3E}">
        <p14:creationId xmlns:p14="http://schemas.microsoft.com/office/powerpoint/2010/main" val="5300521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 Gre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Rectangle 3">
            <a:extLst>
              <a:ext uri="{FF2B5EF4-FFF2-40B4-BE49-F238E27FC236}">
                <a16:creationId xmlns:a16="http://schemas.microsoft.com/office/drawing/2014/main" id="{6C8B2915-0FA5-3A44-9E2B-F2AED19EA6A4}"/>
              </a:ext>
            </a:extLst>
          </p:cNvPr>
          <p:cNvSpPr/>
          <p:nvPr userDrawn="1"/>
        </p:nvSpPr>
        <p:spPr>
          <a:xfrm>
            <a:off x="0" y="0"/>
            <a:ext cx="4818303" cy="6206836"/>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B9196AC-0C9B-2D4A-8050-46C93878E270}"/>
              </a:ext>
            </a:extLst>
          </p:cNvPr>
          <p:cNvPicPr>
            <a:picLocks noChangeAspect="1"/>
          </p:cNvPicPr>
          <p:nvPr userDrawn="1"/>
        </p:nvPicPr>
        <p:blipFill rotWithShape="1">
          <a:blip r:embed="rId2"/>
          <a:srcRect l="3157" t="9584" r="4045"/>
          <a:stretch/>
        </p:blipFill>
        <p:spPr>
          <a:xfrm rot="10800000">
            <a:off x="4812585" y="0"/>
            <a:ext cx="7531356" cy="6206836"/>
          </a:xfrm>
          <a:prstGeom prst="rect">
            <a:avLst/>
          </a:prstGeom>
        </p:spPr>
      </p:pic>
    </p:spTree>
    <p:extLst>
      <p:ext uri="{BB962C8B-B14F-4D97-AF65-F5344CB8AC3E}">
        <p14:creationId xmlns:p14="http://schemas.microsoft.com/office/powerpoint/2010/main" val="23198962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Image with quote (right)">
    <p:spTree>
      <p:nvGrpSpPr>
        <p:cNvPr id="1" name=""/>
        <p:cNvGrpSpPr/>
        <p:nvPr/>
      </p:nvGrpSpPr>
      <p:grpSpPr>
        <a:xfrm>
          <a:off x="0" y="0"/>
          <a:ext cx="0" cy="0"/>
          <a:chOff x="0" y="0"/>
          <a:chExt cx="0" cy="0"/>
        </a:xfrm>
      </p:grpSpPr>
      <p:sp>
        <p:nvSpPr>
          <p:cNvPr id="5" name="Rectangle 4"/>
          <p:cNvSpPr/>
          <p:nvPr userDrawn="1"/>
        </p:nvSpPr>
        <p:spPr>
          <a:xfrm>
            <a:off x="5963478" y="0"/>
            <a:ext cx="6228522" cy="4267199"/>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F2E562E-D80A-D34F-A20D-E562F27B7FDC}"/>
              </a:ext>
            </a:extLst>
          </p:cNvPr>
          <p:cNvPicPr>
            <a:picLocks noChangeAspect="1"/>
          </p:cNvPicPr>
          <p:nvPr userDrawn="1"/>
        </p:nvPicPr>
        <p:blipFill rotWithShape="1">
          <a:blip r:embed="rId2"/>
          <a:srcRect l="48913" t="60459" b="17100"/>
          <a:stretch/>
        </p:blipFill>
        <p:spPr>
          <a:xfrm>
            <a:off x="5963478" y="4267200"/>
            <a:ext cx="6228522" cy="1933574"/>
          </a:xfrm>
          <a:prstGeom prst="rect">
            <a:avLst/>
          </a:prstGeom>
        </p:spPr>
      </p:pic>
      <p:sp>
        <p:nvSpPr>
          <p:cNvPr id="3" name="Picture Placeholder 2">
            <a:extLst>
              <a:ext uri="{FF2B5EF4-FFF2-40B4-BE49-F238E27FC236}">
                <a16:creationId xmlns:a16="http://schemas.microsoft.com/office/drawing/2014/main" id="{3C0987FD-F1F6-3B4E-A599-5B5EBB66FE01}"/>
              </a:ext>
            </a:extLst>
          </p:cNvPr>
          <p:cNvSpPr>
            <a:spLocks noGrp="1"/>
          </p:cNvSpPr>
          <p:nvPr>
            <p:ph type="pic" sz="quarter" idx="10"/>
          </p:nvPr>
        </p:nvSpPr>
        <p:spPr>
          <a:xfrm>
            <a:off x="5964238" y="-1"/>
            <a:ext cx="6227762" cy="4267200"/>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34275796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 images (lef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Rectangle 1"/>
          <p:cNvSpPr/>
          <p:nvPr userDrawn="1"/>
        </p:nvSpPr>
        <p:spPr>
          <a:xfrm>
            <a:off x="0" y="0"/>
            <a:ext cx="2639961" cy="312526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1" name="Rectangle 10"/>
          <p:cNvSpPr/>
          <p:nvPr userDrawn="1"/>
        </p:nvSpPr>
        <p:spPr>
          <a:xfrm>
            <a:off x="2830109" y="0"/>
            <a:ext cx="2639961" cy="312526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5" name="Picture Placeholder 4">
            <a:extLst>
              <a:ext uri="{FF2B5EF4-FFF2-40B4-BE49-F238E27FC236}">
                <a16:creationId xmlns:a16="http://schemas.microsoft.com/office/drawing/2014/main" id="{FFF7AF9E-4E66-BB47-B5CA-BA3668A4C4F5}"/>
              </a:ext>
            </a:extLst>
          </p:cNvPr>
          <p:cNvSpPr>
            <a:spLocks noGrp="1"/>
          </p:cNvSpPr>
          <p:nvPr>
            <p:ph type="pic" sz="quarter" idx="10"/>
          </p:nvPr>
        </p:nvSpPr>
        <p:spPr>
          <a:xfrm>
            <a:off x="-6" y="-808"/>
            <a:ext cx="2639967" cy="3126076"/>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3" name="Picture Placeholder 4">
            <a:extLst>
              <a:ext uri="{FF2B5EF4-FFF2-40B4-BE49-F238E27FC236}">
                <a16:creationId xmlns:a16="http://schemas.microsoft.com/office/drawing/2014/main" id="{FFF7AF9E-4E66-BB47-B5CA-BA3668A4C4F5}"/>
              </a:ext>
            </a:extLst>
          </p:cNvPr>
          <p:cNvSpPr>
            <a:spLocks noGrp="1"/>
          </p:cNvSpPr>
          <p:nvPr>
            <p:ph type="pic" sz="quarter" idx="13"/>
          </p:nvPr>
        </p:nvSpPr>
        <p:spPr>
          <a:xfrm>
            <a:off x="2830109" y="-808"/>
            <a:ext cx="2639961" cy="3126076"/>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3" name="Rectangle 2"/>
          <p:cNvSpPr/>
          <p:nvPr userDrawn="1"/>
        </p:nvSpPr>
        <p:spPr>
          <a:xfrm>
            <a:off x="-6" y="3278038"/>
            <a:ext cx="5470076" cy="291572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4" name="Picture Placeholder 13">
            <a:extLst>
              <a:ext uri="{FF2B5EF4-FFF2-40B4-BE49-F238E27FC236}">
                <a16:creationId xmlns:a16="http://schemas.microsoft.com/office/drawing/2014/main" id="{55629DF3-5BC3-0E4A-924D-27C98C9A8CAB}"/>
              </a:ext>
            </a:extLst>
          </p:cNvPr>
          <p:cNvSpPr>
            <a:spLocks noGrp="1"/>
          </p:cNvSpPr>
          <p:nvPr>
            <p:ph type="pic" sz="quarter" idx="12"/>
          </p:nvPr>
        </p:nvSpPr>
        <p:spPr>
          <a:xfrm>
            <a:off x="-6" y="3278038"/>
            <a:ext cx="5459413" cy="291572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29867303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 images (lef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angle 2"/>
          <p:cNvSpPr/>
          <p:nvPr userDrawn="1"/>
        </p:nvSpPr>
        <p:spPr>
          <a:xfrm>
            <a:off x="-6" y="3125268"/>
            <a:ext cx="5470076" cy="306849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4" name="Picture Placeholder 13">
            <a:extLst>
              <a:ext uri="{FF2B5EF4-FFF2-40B4-BE49-F238E27FC236}">
                <a16:creationId xmlns:a16="http://schemas.microsoft.com/office/drawing/2014/main" id="{55629DF3-5BC3-0E4A-924D-27C98C9A8CAB}"/>
              </a:ext>
            </a:extLst>
          </p:cNvPr>
          <p:cNvSpPr>
            <a:spLocks noGrp="1"/>
          </p:cNvSpPr>
          <p:nvPr>
            <p:ph type="pic" sz="quarter" idx="12"/>
          </p:nvPr>
        </p:nvSpPr>
        <p:spPr>
          <a:xfrm>
            <a:off x="10657" y="3125268"/>
            <a:ext cx="5459413" cy="306849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9" name="Rectangle 8"/>
          <p:cNvSpPr/>
          <p:nvPr userDrawn="1"/>
        </p:nvSpPr>
        <p:spPr>
          <a:xfrm>
            <a:off x="-6" y="11749"/>
            <a:ext cx="5470076" cy="3113519"/>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3" name="Picture Placeholder 4">
            <a:extLst>
              <a:ext uri="{FF2B5EF4-FFF2-40B4-BE49-F238E27FC236}">
                <a16:creationId xmlns:a16="http://schemas.microsoft.com/office/drawing/2014/main" id="{FFF7AF9E-4E66-BB47-B5CA-BA3668A4C4F5}"/>
              </a:ext>
            </a:extLst>
          </p:cNvPr>
          <p:cNvSpPr>
            <a:spLocks noGrp="1"/>
          </p:cNvSpPr>
          <p:nvPr>
            <p:ph type="pic" sz="quarter" idx="13"/>
          </p:nvPr>
        </p:nvSpPr>
        <p:spPr>
          <a:xfrm>
            <a:off x="-6" y="11749"/>
            <a:ext cx="5470076" cy="3113519"/>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35982499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Narrower quote (centre) image (right)">
    <p:spTree>
      <p:nvGrpSpPr>
        <p:cNvPr id="1" name=""/>
        <p:cNvGrpSpPr/>
        <p:nvPr/>
      </p:nvGrpSpPr>
      <p:grpSpPr>
        <a:xfrm>
          <a:off x="0" y="0"/>
          <a:ext cx="0" cy="0"/>
          <a:chOff x="0" y="0"/>
          <a:chExt cx="0" cy="0"/>
        </a:xfrm>
      </p:grpSpPr>
      <p:sp>
        <p:nvSpPr>
          <p:cNvPr id="2" name="Rectangle 1"/>
          <p:cNvSpPr/>
          <p:nvPr userDrawn="1"/>
        </p:nvSpPr>
        <p:spPr>
          <a:xfrm>
            <a:off x="8743280" y="0"/>
            <a:ext cx="3448720" cy="6206591"/>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tx1"/>
                </a:solidFill>
                <a:effectLst/>
                <a:uLnTx/>
                <a:uFillTx/>
                <a:latin typeface="+mn-lt"/>
                <a:ea typeface="+mn-ea"/>
                <a:cs typeface="+mn-cs"/>
              </a:rPr>
              <a:t>Picture here</a:t>
            </a:r>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FF3269C-FA92-594D-83DF-AFB2F425F739}"/>
              </a:ext>
            </a:extLst>
          </p:cNvPr>
          <p:cNvSpPr/>
          <p:nvPr userDrawn="1"/>
        </p:nvSpPr>
        <p:spPr>
          <a:xfrm rot="5400000" flipV="1">
            <a:off x="3960452" y="1423770"/>
            <a:ext cx="6206591" cy="3359065"/>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 Placeholder 2">
            <a:extLst>
              <a:ext uri="{FF2B5EF4-FFF2-40B4-BE49-F238E27FC236}">
                <a16:creationId xmlns:a16="http://schemas.microsoft.com/office/drawing/2014/main" id="{D14B6207-D3E5-5E49-8A9E-336B9F442D26}"/>
              </a:ext>
            </a:extLst>
          </p:cNvPr>
          <p:cNvSpPr txBox="1">
            <a:spLocks/>
          </p:cNvSpPr>
          <p:nvPr userDrawn="1"/>
        </p:nvSpPr>
        <p:spPr>
          <a:xfrm>
            <a:off x="5384215" y="403271"/>
            <a:ext cx="1718084" cy="793399"/>
          </a:xfrm>
          <a:prstGeom prst="rect">
            <a:avLst/>
          </a:prstGeom>
          <a:effectLst>
            <a:reflection endPos="0" dist="50800" dir="5400000" sy="-100000" algn="bl" rotWithShape="0"/>
          </a:effec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sym typeface="Roboto"/>
              </a:rPr>
              <a:t>“</a:t>
            </a:r>
            <a:endParaRPr kumimoji="0" lang="en-US"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10" name="Text Placeholder 2">
            <a:extLst>
              <a:ext uri="{FF2B5EF4-FFF2-40B4-BE49-F238E27FC236}">
                <a16:creationId xmlns:a16="http://schemas.microsoft.com/office/drawing/2014/main" id="{9B785E78-7122-7F47-A3BC-E908A6C58B7B}"/>
              </a:ext>
            </a:extLst>
          </p:cNvPr>
          <p:cNvSpPr txBox="1">
            <a:spLocks/>
          </p:cNvSpPr>
          <p:nvPr userDrawn="1"/>
        </p:nvSpPr>
        <p:spPr>
          <a:xfrm rot="10800000">
            <a:off x="7025196" y="5179257"/>
            <a:ext cx="1718084" cy="793399"/>
          </a:xfrm>
          <a:prstGeom prst="rect">
            <a:avLst/>
          </a:prstGeom>
          <a:effectLst>
            <a:reflection endPos="0" dist="50800" dir="5400000" sy="-100000" algn="bl" rotWithShape="0"/>
          </a:effec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sym typeface="Roboto"/>
              </a:rPr>
              <a:t>“</a:t>
            </a:r>
            <a:endParaRPr kumimoji="0" lang="en-US"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5" name="Picture Placeholder 4">
            <a:extLst>
              <a:ext uri="{FF2B5EF4-FFF2-40B4-BE49-F238E27FC236}">
                <a16:creationId xmlns:a16="http://schemas.microsoft.com/office/drawing/2014/main" id="{2EFBFA1F-55C2-C34B-8AE6-440B090C15A6}"/>
              </a:ext>
            </a:extLst>
          </p:cNvPr>
          <p:cNvSpPr>
            <a:spLocks noGrp="1"/>
          </p:cNvSpPr>
          <p:nvPr>
            <p:ph type="pic" sz="quarter" idx="10"/>
          </p:nvPr>
        </p:nvSpPr>
        <p:spPr>
          <a:xfrm>
            <a:off x="8743950" y="0"/>
            <a:ext cx="3448050" cy="620659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40681500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 ipad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Picture Placeholder 4">
            <a:extLst>
              <a:ext uri="{FF2B5EF4-FFF2-40B4-BE49-F238E27FC236}">
                <a16:creationId xmlns:a16="http://schemas.microsoft.com/office/drawing/2014/main" id="{9B653995-BE0A-BB49-9CEE-F4600F4B9248}"/>
              </a:ext>
            </a:extLst>
          </p:cNvPr>
          <p:cNvSpPr>
            <a:spLocks noGrp="1"/>
          </p:cNvSpPr>
          <p:nvPr>
            <p:ph type="pic" sz="quarter" idx="10"/>
          </p:nvPr>
        </p:nvSpPr>
        <p:spPr>
          <a:xfrm>
            <a:off x="1709738" y="1258888"/>
            <a:ext cx="2505075" cy="3538537"/>
          </a:xfrm>
          <a:prstGeom prst="rect">
            <a:avLst/>
          </a:prstGeom>
        </p:spPr>
        <p:txBody>
          <a:bodyPr/>
          <a:lstStyle/>
          <a:p>
            <a:endParaRPr lang="en-US"/>
          </a:p>
        </p:txBody>
      </p:sp>
      <p:pic>
        <p:nvPicPr>
          <p:cNvPr id="7" name="Picture 6">
            <a:extLst>
              <a:ext uri="{FF2B5EF4-FFF2-40B4-BE49-F238E27FC236}">
                <a16:creationId xmlns:a16="http://schemas.microsoft.com/office/drawing/2014/main" id="{479B2975-55E1-614D-B255-F942C9ED415F}"/>
              </a:ext>
            </a:extLst>
          </p:cNvPr>
          <p:cNvPicPr>
            <a:picLocks noChangeAspect="1"/>
          </p:cNvPicPr>
          <p:nvPr userDrawn="1"/>
        </p:nvPicPr>
        <p:blipFill>
          <a:blip r:embed="rId2"/>
          <a:stretch>
            <a:fillRect/>
          </a:stretch>
        </p:blipFill>
        <p:spPr>
          <a:xfrm>
            <a:off x="1161300" y="655981"/>
            <a:ext cx="3522050" cy="4680620"/>
          </a:xfrm>
          <a:prstGeom prst="rect">
            <a:avLst/>
          </a:prstGeom>
        </p:spPr>
      </p:pic>
      <p:sp>
        <p:nvSpPr>
          <p:cNvPr id="12" name="Picture Placeholder 11">
            <a:extLst>
              <a:ext uri="{FF2B5EF4-FFF2-40B4-BE49-F238E27FC236}">
                <a16:creationId xmlns:a16="http://schemas.microsoft.com/office/drawing/2014/main" id="{A2119546-9882-2545-870F-CA60FFC13BEE}"/>
              </a:ext>
            </a:extLst>
          </p:cNvPr>
          <p:cNvSpPr>
            <a:spLocks noGrp="1"/>
          </p:cNvSpPr>
          <p:nvPr>
            <p:ph type="pic" sz="quarter" idx="11"/>
          </p:nvPr>
        </p:nvSpPr>
        <p:spPr>
          <a:xfrm>
            <a:off x="4864100" y="1258888"/>
            <a:ext cx="2517775" cy="3538537"/>
          </a:xfrm>
          <a:prstGeom prst="rect">
            <a:avLst/>
          </a:prstGeom>
        </p:spPr>
        <p:txBody>
          <a:bodyPr/>
          <a:lstStyle/>
          <a:p>
            <a:endParaRPr lang="en-US"/>
          </a:p>
        </p:txBody>
      </p:sp>
      <p:pic>
        <p:nvPicPr>
          <p:cNvPr id="8" name="Picture 7">
            <a:extLst>
              <a:ext uri="{FF2B5EF4-FFF2-40B4-BE49-F238E27FC236}">
                <a16:creationId xmlns:a16="http://schemas.microsoft.com/office/drawing/2014/main" id="{894464FC-C76A-9F40-BE13-A42374633470}"/>
              </a:ext>
            </a:extLst>
          </p:cNvPr>
          <p:cNvPicPr>
            <a:picLocks noChangeAspect="1"/>
          </p:cNvPicPr>
          <p:nvPr userDrawn="1"/>
        </p:nvPicPr>
        <p:blipFill>
          <a:blip r:embed="rId2"/>
          <a:stretch>
            <a:fillRect/>
          </a:stretch>
        </p:blipFill>
        <p:spPr>
          <a:xfrm>
            <a:off x="4334975" y="655981"/>
            <a:ext cx="3522050" cy="4680620"/>
          </a:xfrm>
          <a:prstGeom prst="rect">
            <a:avLst/>
          </a:prstGeom>
        </p:spPr>
      </p:pic>
      <p:sp>
        <p:nvSpPr>
          <p:cNvPr id="15" name="Picture Placeholder 14">
            <a:extLst>
              <a:ext uri="{FF2B5EF4-FFF2-40B4-BE49-F238E27FC236}">
                <a16:creationId xmlns:a16="http://schemas.microsoft.com/office/drawing/2014/main" id="{3FB1B4C5-5DA2-7449-9DB8-B6891EF5B5F1}"/>
              </a:ext>
            </a:extLst>
          </p:cNvPr>
          <p:cNvSpPr>
            <a:spLocks noGrp="1"/>
          </p:cNvSpPr>
          <p:nvPr>
            <p:ph type="pic" sz="quarter" idx="12"/>
          </p:nvPr>
        </p:nvSpPr>
        <p:spPr>
          <a:xfrm>
            <a:off x="8070850" y="1258888"/>
            <a:ext cx="2478088" cy="3538537"/>
          </a:xfrm>
          <a:prstGeom prst="rect">
            <a:avLst/>
          </a:prstGeom>
        </p:spPr>
        <p:txBody>
          <a:bodyPr/>
          <a:lstStyle/>
          <a:p>
            <a:endParaRPr lang="en-US"/>
          </a:p>
        </p:txBody>
      </p:sp>
      <p:pic>
        <p:nvPicPr>
          <p:cNvPr id="9" name="Picture 8">
            <a:extLst>
              <a:ext uri="{FF2B5EF4-FFF2-40B4-BE49-F238E27FC236}">
                <a16:creationId xmlns:a16="http://schemas.microsoft.com/office/drawing/2014/main" id="{0C315BD6-32B2-EB42-BC63-2776CCCFA1F3}"/>
              </a:ext>
            </a:extLst>
          </p:cNvPr>
          <p:cNvPicPr>
            <a:picLocks noChangeAspect="1"/>
          </p:cNvPicPr>
          <p:nvPr userDrawn="1"/>
        </p:nvPicPr>
        <p:blipFill>
          <a:blip r:embed="rId2"/>
          <a:stretch>
            <a:fillRect/>
          </a:stretch>
        </p:blipFill>
        <p:spPr>
          <a:xfrm>
            <a:off x="7508650" y="655981"/>
            <a:ext cx="3522050" cy="4680620"/>
          </a:xfrm>
          <a:prstGeom prst="rect">
            <a:avLst/>
          </a:prstGeom>
        </p:spPr>
      </p:pic>
    </p:spTree>
    <p:extLst>
      <p:ext uri="{BB962C8B-B14F-4D97-AF65-F5344CB8AC3E}">
        <p14:creationId xmlns:p14="http://schemas.microsoft.com/office/powerpoint/2010/main" val="2148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quote (left) iphone (righ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8416" y="0"/>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A646F8FA-BB65-364D-B7CD-10AEE61AE251}"/>
              </a:ext>
            </a:extLst>
          </p:cNvPr>
          <p:cNvPicPr>
            <a:picLocks noChangeAspect="1"/>
          </p:cNvPicPr>
          <p:nvPr userDrawn="1"/>
        </p:nvPicPr>
        <p:blipFill>
          <a:blip r:embed="rId2"/>
          <a:stretch>
            <a:fillRect/>
          </a:stretch>
        </p:blipFill>
        <p:spPr>
          <a:xfrm>
            <a:off x="6507533" y="454186"/>
            <a:ext cx="5403273" cy="5403273"/>
          </a:xfrm>
          <a:prstGeom prst="rect">
            <a:avLst/>
          </a:prstGeom>
        </p:spPr>
      </p:pic>
      <p:sp>
        <p:nvSpPr>
          <p:cNvPr id="17" name="Picture Placeholder 2">
            <a:extLst>
              <a:ext uri="{FF2B5EF4-FFF2-40B4-BE49-F238E27FC236}">
                <a16:creationId xmlns:a16="http://schemas.microsoft.com/office/drawing/2014/main" id="{7174C8D6-E8D8-1646-98D9-0A1ADCA73E34}"/>
              </a:ext>
            </a:extLst>
          </p:cNvPr>
          <p:cNvSpPr>
            <a:spLocks noGrp="1"/>
          </p:cNvSpPr>
          <p:nvPr>
            <p:ph type="pic" sz="quarter" idx="12"/>
          </p:nvPr>
        </p:nvSpPr>
        <p:spPr>
          <a:xfrm>
            <a:off x="8254677" y="1476302"/>
            <a:ext cx="1902091" cy="3353964"/>
          </a:xfrm>
          <a:prstGeom prst="rect">
            <a:avLst/>
          </a:prstGeom>
        </p:spPr>
        <p:txBody>
          <a:bodyPr/>
          <a:lstStyle/>
          <a:p>
            <a:endParaRPr lang="en-US"/>
          </a:p>
        </p:txBody>
      </p:sp>
      <p:sp>
        <p:nvSpPr>
          <p:cNvPr id="12" name="Rectangle 11">
            <a:extLst>
              <a:ext uri="{FF2B5EF4-FFF2-40B4-BE49-F238E27FC236}">
                <a16:creationId xmlns:a16="http://schemas.microsoft.com/office/drawing/2014/main" id="{EADB1D8A-1D70-7A4C-9BE4-7A2A23DB5139}"/>
              </a:ext>
            </a:extLst>
          </p:cNvPr>
          <p:cNvSpPr/>
          <p:nvPr userDrawn="1"/>
        </p:nvSpPr>
        <p:spPr>
          <a:xfrm rot="5400000" flipV="1">
            <a:off x="980659" y="-980660"/>
            <a:ext cx="4267201" cy="6228521"/>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1B5E6430-7750-BA4F-ABD8-5F3ECD5BA757}"/>
              </a:ext>
            </a:extLst>
          </p:cNvPr>
          <p:cNvPicPr>
            <a:picLocks noChangeAspect="1"/>
          </p:cNvPicPr>
          <p:nvPr userDrawn="1"/>
        </p:nvPicPr>
        <p:blipFill rotWithShape="1">
          <a:blip r:embed="rId3"/>
          <a:srcRect l="48913" t="60459" b="17100"/>
          <a:stretch/>
        </p:blipFill>
        <p:spPr>
          <a:xfrm>
            <a:off x="0" y="4267200"/>
            <a:ext cx="6228522" cy="1933574"/>
          </a:xfrm>
          <a:prstGeom prst="rect">
            <a:avLst/>
          </a:prstGeom>
        </p:spPr>
      </p:pic>
    </p:spTree>
    <p:extLst>
      <p:ext uri="{BB962C8B-B14F-4D97-AF65-F5344CB8AC3E}">
        <p14:creationId xmlns:p14="http://schemas.microsoft.com/office/powerpoint/2010/main" val="41431930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quote (left) iphone (righ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8416" y="0"/>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A646F8FA-BB65-364D-B7CD-10AEE61AE251}"/>
              </a:ext>
            </a:extLst>
          </p:cNvPr>
          <p:cNvPicPr>
            <a:picLocks noChangeAspect="1"/>
          </p:cNvPicPr>
          <p:nvPr userDrawn="1"/>
        </p:nvPicPr>
        <p:blipFill>
          <a:blip r:embed="rId2"/>
          <a:stretch>
            <a:fillRect/>
          </a:stretch>
        </p:blipFill>
        <p:spPr>
          <a:xfrm>
            <a:off x="6507533" y="454186"/>
            <a:ext cx="5403273" cy="5403273"/>
          </a:xfrm>
          <a:prstGeom prst="rect">
            <a:avLst/>
          </a:prstGeom>
        </p:spPr>
      </p:pic>
      <p:sp>
        <p:nvSpPr>
          <p:cNvPr id="17" name="Picture Placeholder 2">
            <a:extLst>
              <a:ext uri="{FF2B5EF4-FFF2-40B4-BE49-F238E27FC236}">
                <a16:creationId xmlns:a16="http://schemas.microsoft.com/office/drawing/2014/main" id="{7174C8D6-E8D8-1646-98D9-0A1ADCA73E34}"/>
              </a:ext>
            </a:extLst>
          </p:cNvPr>
          <p:cNvSpPr>
            <a:spLocks noGrp="1"/>
          </p:cNvSpPr>
          <p:nvPr>
            <p:ph type="pic" sz="quarter" idx="12"/>
          </p:nvPr>
        </p:nvSpPr>
        <p:spPr>
          <a:xfrm>
            <a:off x="8254677" y="1476302"/>
            <a:ext cx="1902091" cy="3353964"/>
          </a:xfrm>
          <a:prstGeom prst="rect">
            <a:avLst/>
          </a:prstGeom>
        </p:spPr>
        <p:txBody>
          <a:bodyPr/>
          <a:lstStyle/>
          <a:p>
            <a:endParaRPr lang="en-US"/>
          </a:p>
        </p:txBody>
      </p:sp>
      <p:sp>
        <p:nvSpPr>
          <p:cNvPr id="12" name="Rectangle 11">
            <a:extLst>
              <a:ext uri="{FF2B5EF4-FFF2-40B4-BE49-F238E27FC236}">
                <a16:creationId xmlns:a16="http://schemas.microsoft.com/office/drawing/2014/main" id="{EADB1D8A-1D70-7A4C-9BE4-7A2A23DB5139}"/>
              </a:ext>
            </a:extLst>
          </p:cNvPr>
          <p:cNvSpPr/>
          <p:nvPr userDrawn="1"/>
        </p:nvSpPr>
        <p:spPr>
          <a:xfrm rot="5400000" flipV="1">
            <a:off x="980659" y="-980660"/>
            <a:ext cx="4267201" cy="6228521"/>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1B5E6430-7750-BA4F-ABD8-5F3ECD5BA757}"/>
              </a:ext>
            </a:extLst>
          </p:cNvPr>
          <p:cNvPicPr>
            <a:picLocks noChangeAspect="1"/>
          </p:cNvPicPr>
          <p:nvPr userDrawn="1"/>
        </p:nvPicPr>
        <p:blipFill rotWithShape="1">
          <a:blip r:embed="rId3"/>
          <a:srcRect l="48913" t="60459" b="17100"/>
          <a:stretch/>
        </p:blipFill>
        <p:spPr>
          <a:xfrm>
            <a:off x="0" y="4267200"/>
            <a:ext cx="6228522" cy="1933574"/>
          </a:xfrm>
          <a:prstGeom prst="rect">
            <a:avLst/>
          </a:prstGeom>
        </p:spPr>
      </p:pic>
    </p:spTree>
    <p:extLst>
      <p:ext uri="{BB962C8B-B14F-4D97-AF65-F5344CB8AC3E}">
        <p14:creationId xmlns:p14="http://schemas.microsoft.com/office/powerpoint/2010/main" val="27727346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Graph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5" name="Chart Placeholder 4"/>
          <p:cNvSpPr>
            <a:spLocks noGrp="1"/>
          </p:cNvSpPr>
          <p:nvPr>
            <p:ph type="chart" sz="quarter" idx="11"/>
          </p:nvPr>
        </p:nvSpPr>
        <p:spPr>
          <a:xfrm>
            <a:off x="5743575" y="981075"/>
            <a:ext cx="5400675" cy="4162425"/>
          </a:xfrm>
          <a:prstGeom prst="rect">
            <a:avLst/>
          </a:prstGeom>
        </p:spPr>
        <p:txBody>
          <a:bodyPr/>
          <a:lstStyle/>
          <a:p>
            <a:endParaRPr lang="en-GB"/>
          </a:p>
        </p:txBody>
      </p:sp>
    </p:spTree>
    <p:extLst>
      <p:ext uri="{BB962C8B-B14F-4D97-AF65-F5344CB8AC3E}">
        <p14:creationId xmlns:p14="http://schemas.microsoft.com/office/powerpoint/2010/main" val="28942476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able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Table Placeholder 3"/>
          <p:cNvSpPr>
            <a:spLocks noGrp="1"/>
          </p:cNvSpPr>
          <p:nvPr>
            <p:ph type="tbl" sz="quarter" idx="11"/>
          </p:nvPr>
        </p:nvSpPr>
        <p:spPr>
          <a:xfrm>
            <a:off x="4562763" y="1172726"/>
            <a:ext cx="6816436" cy="3713307"/>
          </a:xfrm>
          <a:prstGeom prst="rect">
            <a:avLst/>
          </a:prstGeom>
        </p:spPr>
        <p:txBody>
          <a:bodyPr/>
          <a:lstStyle/>
          <a:p>
            <a:endParaRPr lang="en-GB"/>
          </a:p>
        </p:txBody>
      </p:sp>
    </p:spTree>
    <p:extLst>
      <p:ext uri="{BB962C8B-B14F-4D97-AF65-F5344CB8AC3E}">
        <p14:creationId xmlns:p14="http://schemas.microsoft.com/office/powerpoint/2010/main" val="39181048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slideLayout" Target="../slideLayouts/slideLayout35.xml"/><Relationship Id="rId22" Type="http://schemas.openxmlformats.org/officeDocument/2006/relationships/slideLayout" Target="../slideLayouts/slideLayout36.xml"/><Relationship Id="rId23" Type="http://schemas.openxmlformats.org/officeDocument/2006/relationships/slideLayout" Target="../slideLayouts/slideLayout37.xml"/><Relationship Id="rId24" Type="http://schemas.openxmlformats.org/officeDocument/2006/relationships/slideLayout" Target="../slideLayouts/slideLayout38.xml"/><Relationship Id="rId25" Type="http://schemas.openxmlformats.org/officeDocument/2006/relationships/slideLayout" Target="../slideLayouts/slideLayout39.xml"/><Relationship Id="rId26" Type="http://schemas.openxmlformats.org/officeDocument/2006/relationships/slideLayout" Target="../slideLayouts/slideLayout40.xml"/><Relationship Id="rId27" Type="http://schemas.openxmlformats.org/officeDocument/2006/relationships/slideLayout" Target="../slideLayouts/slideLayout41.xml"/><Relationship Id="rId28" Type="http://schemas.openxmlformats.org/officeDocument/2006/relationships/slideLayout" Target="../slideLayouts/slideLayout42.xml"/><Relationship Id="rId29" Type="http://schemas.openxmlformats.org/officeDocument/2006/relationships/slideLayout" Target="../slideLayouts/slideLayout43.xml"/><Relationship Id="rId30" Type="http://schemas.openxmlformats.org/officeDocument/2006/relationships/slideLayout" Target="../slideLayouts/slideLayout44.xml"/><Relationship Id="rId31" Type="http://schemas.openxmlformats.org/officeDocument/2006/relationships/slideLayout" Target="../slideLayouts/slideLayout45.xml"/><Relationship Id="rId32" Type="http://schemas.openxmlformats.org/officeDocument/2006/relationships/slideLayout" Target="../slideLayouts/slideLayout46.xml"/><Relationship Id="rId33" Type="http://schemas.openxmlformats.org/officeDocument/2006/relationships/slideLayout" Target="../slideLayouts/slideLayout47.xml"/><Relationship Id="rId34" Type="http://schemas.openxmlformats.org/officeDocument/2006/relationships/slideLayout" Target="../slideLayouts/slideLayout48.xml"/><Relationship Id="rId35" Type="http://schemas.openxmlformats.org/officeDocument/2006/relationships/slideLayout" Target="../slideLayouts/slideLayout49.xml"/><Relationship Id="rId36" Type="http://schemas.openxmlformats.org/officeDocument/2006/relationships/slideLayout" Target="../slideLayouts/slideLayout50.xml"/><Relationship Id="rId37" Type="http://schemas.openxmlformats.org/officeDocument/2006/relationships/slideLayout" Target="../slideLayouts/slideLayout51.xml"/><Relationship Id="rId38" Type="http://schemas.openxmlformats.org/officeDocument/2006/relationships/slideLayout" Target="../slideLayouts/slideLayout52.xml"/><Relationship Id="rId39" Type="http://schemas.openxmlformats.org/officeDocument/2006/relationships/slideLayout" Target="../slideLayouts/slideLayout53.xml"/><Relationship Id="rId40" Type="http://schemas.openxmlformats.org/officeDocument/2006/relationships/slideLayout" Target="../slideLayouts/slideLayout54.xml"/><Relationship Id="rId41" Type="http://schemas.openxmlformats.org/officeDocument/2006/relationships/slideLayout" Target="../slideLayouts/slideLayout55.xml"/><Relationship Id="rId42" Type="http://schemas.openxmlformats.org/officeDocument/2006/relationships/slideLayout" Target="../slideLayouts/slideLayout56.xml"/><Relationship Id="rId4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4"/>
        <p:cNvGrpSpPr/>
        <p:nvPr/>
      </p:nvGrpSpPr>
      <p:grpSpPr>
        <a:xfrm>
          <a:off x="0" y="0"/>
          <a:ext cx="0" cy="0"/>
          <a:chOff x="0" y="0"/>
          <a:chExt cx="0" cy="0"/>
        </a:xfrm>
      </p:grpSpPr>
      <p:sp>
        <p:nvSpPr>
          <p:cNvPr id="8" name="Shape 8"/>
          <p:cNvSpPr txBox="1">
            <a:spLocks noGrp="1"/>
          </p:cNvSpPr>
          <p:nvPr>
            <p:ph type="body" idx="1"/>
          </p:nvPr>
        </p:nvSpPr>
        <p:spPr>
          <a:xfrm>
            <a:off x="609601" y="1604639"/>
            <a:ext cx="10972319" cy="3977279"/>
          </a:xfrm>
          <a:prstGeom prst="rect">
            <a:avLst/>
          </a:prstGeom>
          <a:noFill/>
          <a:ln>
            <a:noFill/>
          </a:ln>
        </p:spPr>
        <p:txBody>
          <a:bodyPr lIns="91425" tIns="91425" rIns="91425" bIns="91425" anchor="t"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GB"/>
              <a:t>Key points here</a:t>
            </a:r>
            <a:br>
              <a:rPr lang="en-GB"/>
            </a:br>
            <a:r>
              <a:rPr lang="en-GB"/>
              <a:t>(minimum font size 32)</a:t>
            </a:r>
            <a:endParaRPr/>
          </a:p>
        </p:txBody>
      </p:sp>
      <p:sp>
        <p:nvSpPr>
          <p:cNvPr id="5" name="Shape 5">
            <a:extLst>
              <a:ext uri="{C183D7F6-B498-43B3-948B-1728B52AA6E4}">
                <adec:decorative xmlns:adec="http://schemas.microsoft.com/office/drawing/2017/decorative" val="1"/>
              </a:ext>
            </a:extLst>
          </p:cNvPr>
          <p:cNvSpPr/>
          <p:nvPr/>
        </p:nvSpPr>
        <p:spPr>
          <a:xfrm rot="10800000" flipH="1">
            <a:off x="1" y="6309321"/>
            <a:ext cx="12192000" cy="561879"/>
          </a:xfrm>
          <a:prstGeom prst="rect">
            <a:avLst/>
          </a:prstGeom>
          <a:solidFill>
            <a:srgbClr val="5F2861"/>
          </a:solidFill>
          <a:ln>
            <a:noFill/>
          </a:ln>
        </p:spPr>
        <p:txBody>
          <a:bodyPr lIns="121900" tIns="121900" rIns="121900" bIns="121900" anchor="ctr" anchorCtr="0">
            <a:noAutofit/>
          </a:bodyPr>
          <a:lstStyle/>
          <a:p>
            <a:pPr>
              <a:spcBef>
                <a:spcPts val="0"/>
              </a:spcBef>
              <a:buNone/>
            </a:pPr>
            <a:endParaRPr sz="2400"/>
          </a:p>
        </p:txBody>
      </p:sp>
      <p:pic>
        <p:nvPicPr>
          <p:cNvPr id="3" name="Picture 2">
            <a:extLst>
              <a:ext uri="{FF2B5EF4-FFF2-40B4-BE49-F238E27FC236}">
                <a16:creationId xmlns:a16="http://schemas.microsoft.com/office/drawing/2014/main" id="{07A978B9-95F6-4A52-A7AD-8F58E33528D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704512" y="6405331"/>
            <a:ext cx="1344149" cy="425364"/>
          </a:xfrm>
          <a:prstGeom prst="rect">
            <a:avLst/>
          </a:prstGeom>
        </p:spPr>
      </p:pic>
    </p:spTree>
    <p:extLst>
      <p:ext uri="{BB962C8B-B14F-4D97-AF65-F5344CB8AC3E}">
        <p14:creationId xmlns:p14="http://schemas.microsoft.com/office/powerpoint/2010/main" val="3544453290"/>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5333" b="1" i="0" u="none" strike="noStrike" cap="none" baseline="0">
          <a:solidFill>
            <a:schemeClr val="tx1"/>
          </a:solidFill>
          <a:latin typeface="+mn-lt"/>
          <a:ea typeface="Calibri" panose="020F0502020204030204" pitchFamily="34" charset="0"/>
          <a:cs typeface="Calibri" panose="020F0502020204030204" pitchFamily="34" charset="0"/>
          <a:sym typeface="Arial"/>
          <a:rtl val="0"/>
        </a:defRPr>
      </a:lvl1pPr>
      <a:lvl2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AutoShape 2"/>
          <p:cNvSpPr>
            <a:spLocks noChangeArrowheads="1"/>
          </p:cNvSpPr>
          <p:nvPr/>
        </p:nvSpPr>
        <p:spPr bwMode="auto">
          <a:xfrm>
            <a:off x="599018" y="181853"/>
            <a:ext cx="11036300" cy="990600"/>
          </a:xfrm>
          <a:prstGeom prst="roundRect">
            <a:avLst>
              <a:gd name="adj" fmla="val 7213"/>
            </a:avLst>
          </a:prstGeom>
          <a:solidFill>
            <a:srgbClr val="5F286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2400">
                <a:solidFill>
                  <a:schemeClr val="tx1"/>
                </a:solidFill>
                <a:latin typeface="Arial" charset="0"/>
                <a:ea typeface="ヒラギノ角ゴ Pro W3" pitchFamily="-16" charset="-128"/>
              </a:defRPr>
            </a:lvl1pPr>
            <a:lvl2pPr marL="742950" indent="-285750">
              <a:defRPr sz="2400">
                <a:solidFill>
                  <a:schemeClr val="tx1"/>
                </a:solidFill>
                <a:latin typeface="Arial" charset="0"/>
                <a:ea typeface="ヒラギノ角ゴ Pro W3" pitchFamily="-16" charset="-128"/>
              </a:defRPr>
            </a:lvl2pPr>
            <a:lvl3pPr marL="1143000" indent="-228600">
              <a:defRPr sz="2400">
                <a:solidFill>
                  <a:schemeClr val="tx1"/>
                </a:solidFill>
                <a:latin typeface="Arial" charset="0"/>
                <a:ea typeface="ヒラギノ角ゴ Pro W3" pitchFamily="-16" charset="-128"/>
              </a:defRPr>
            </a:lvl3pPr>
            <a:lvl4pPr marL="1600200" indent="-228600">
              <a:defRPr sz="2400">
                <a:solidFill>
                  <a:schemeClr val="tx1"/>
                </a:solidFill>
                <a:latin typeface="Arial" charset="0"/>
                <a:ea typeface="ヒラギノ角ゴ Pro W3" pitchFamily="-16" charset="-128"/>
              </a:defRPr>
            </a:lvl4pPr>
            <a:lvl5pPr marL="2057400" indent="-228600">
              <a:defRPr sz="2400">
                <a:solidFill>
                  <a:schemeClr val="tx1"/>
                </a:solidFill>
                <a:latin typeface="Arial" charset="0"/>
                <a:ea typeface="ヒラギノ角ゴ Pro W3" pitchFamily="-16" charset="-128"/>
              </a:defRPr>
            </a:lvl5pPr>
            <a:lvl6pPr marL="2514600" indent="-228600" eaLnBrk="0" fontAlgn="base" hangingPunct="0">
              <a:spcBef>
                <a:spcPct val="0"/>
              </a:spcBef>
              <a:spcAft>
                <a:spcPct val="0"/>
              </a:spcAft>
              <a:defRPr sz="2400">
                <a:solidFill>
                  <a:schemeClr val="tx1"/>
                </a:solidFill>
                <a:latin typeface="Arial" charset="0"/>
                <a:ea typeface="ヒラギノ角ゴ Pro W3" pitchFamily="-16" charset="-128"/>
              </a:defRPr>
            </a:lvl6pPr>
            <a:lvl7pPr marL="2971800" indent="-228600" eaLnBrk="0" fontAlgn="base" hangingPunct="0">
              <a:spcBef>
                <a:spcPct val="0"/>
              </a:spcBef>
              <a:spcAft>
                <a:spcPct val="0"/>
              </a:spcAft>
              <a:defRPr sz="2400">
                <a:solidFill>
                  <a:schemeClr val="tx1"/>
                </a:solidFill>
                <a:latin typeface="Arial" charset="0"/>
                <a:ea typeface="ヒラギノ角ゴ Pro W3" pitchFamily="-16" charset="-128"/>
              </a:defRPr>
            </a:lvl7pPr>
            <a:lvl8pPr marL="3429000" indent="-228600" eaLnBrk="0" fontAlgn="base" hangingPunct="0">
              <a:spcBef>
                <a:spcPct val="0"/>
              </a:spcBef>
              <a:spcAft>
                <a:spcPct val="0"/>
              </a:spcAft>
              <a:defRPr sz="2400">
                <a:solidFill>
                  <a:schemeClr val="tx1"/>
                </a:solidFill>
                <a:latin typeface="Arial" charset="0"/>
                <a:ea typeface="ヒラギノ角ゴ Pro W3" pitchFamily="-16" charset="-128"/>
              </a:defRPr>
            </a:lvl8pPr>
            <a:lvl9pPr marL="3886200" indent="-228600" eaLnBrk="0" fontAlgn="base" hangingPunct="0">
              <a:spcBef>
                <a:spcPct val="0"/>
              </a:spcBef>
              <a:spcAft>
                <a:spcPct val="0"/>
              </a:spcAft>
              <a:defRPr sz="2400">
                <a:solidFill>
                  <a:schemeClr val="tx1"/>
                </a:solidFill>
                <a:latin typeface="Arial" charset="0"/>
                <a:ea typeface="ヒラギノ角ゴ Pro W3" pitchFamily="-16" charset="-128"/>
              </a:defRPr>
            </a:lvl9pPr>
          </a:lstStyle>
          <a:p>
            <a:pPr eaLnBrk="0" fontAlgn="base" hangingPunct="0">
              <a:spcBef>
                <a:spcPct val="0"/>
              </a:spcBef>
              <a:spcAft>
                <a:spcPct val="0"/>
              </a:spcAft>
              <a:defRPr/>
            </a:pPr>
            <a:endParaRPr lang="en-GB" altLang="en-US" sz="2400">
              <a:solidFill>
                <a:srgbClr val="000000"/>
              </a:solidFill>
            </a:endParaRPr>
          </a:p>
        </p:txBody>
      </p:sp>
      <p:sp>
        <p:nvSpPr>
          <p:cNvPr id="9219" name="Rectangle 3"/>
          <p:cNvSpPr>
            <a:spLocks noGrp="1" noChangeArrowheads="1"/>
          </p:cNvSpPr>
          <p:nvPr>
            <p:ph type="title"/>
          </p:nvPr>
        </p:nvSpPr>
        <p:spPr bwMode="auto">
          <a:xfrm>
            <a:off x="863601" y="209749"/>
            <a:ext cx="7437967" cy="906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9220" name="Rectangle 4"/>
          <p:cNvSpPr>
            <a:spLocks noGrp="1" noChangeArrowheads="1"/>
          </p:cNvSpPr>
          <p:nvPr>
            <p:ph type="body" idx="1"/>
          </p:nvPr>
        </p:nvSpPr>
        <p:spPr bwMode="auto">
          <a:xfrm>
            <a:off x="863608" y="1798639"/>
            <a:ext cx="10316633"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6149" name="Rectangle 5"/>
          <p:cNvSpPr>
            <a:spLocks noGrp="1" noChangeArrowheads="1"/>
          </p:cNvSpPr>
          <p:nvPr>
            <p:ph type="sldNum" sz="quarter" idx="4"/>
          </p:nvPr>
        </p:nvSpPr>
        <p:spPr bwMode="auto">
          <a:xfrm>
            <a:off x="9095317"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r">
              <a:defRPr sz="900">
                <a:solidFill>
                  <a:srgbClr val="5F2861"/>
                </a:solidFill>
                <a:latin typeface="Arial" charset="0"/>
                <a:ea typeface="+mn-ea"/>
              </a:defRPr>
            </a:lvl1pPr>
          </a:lstStyle>
          <a:p>
            <a:pPr eaLnBrk="0" fontAlgn="base" hangingPunct="0">
              <a:spcBef>
                <a:spcPct val="0"/>
              </a:spcBef>
              <a:spcAft>
                <a:spcPct val="0"/>
              </a:spcAft>
              <a:defRPr/>
            </a:pPr>
            <a:fld id="{6C3F15FF-8B87-4F38-BB80-08F00F8C711F}" type="slidenum">
              <a:rPr lang="en-US"/>
              <a:pPr eaLnBrk="0" fontAlgn="base" hangingPunct="0">
                <a:spcBef>
                  <a:spcPct val="0"/>
                </a:spcBef>
                <a:spcAft>
                  <a:spcPct val="0"/>
                </a:spcAft>
                <a:defRPr/>
              </a:pPr>
              <a:t>‹#›</a:t>
            </a:fld>
            <a:endParaRPr lang="en-US" sz="1400">
              <a:solidFill>
                <a:srgbClr val="6D2E69"/>
              </a:solidFill>
            </a:endParaRPr>
          </a:p>
        </p:txBody>
      </p:sp>
      <p:pic>
        <p:nvPicPr>
          <p:cNvPr id="2" name="Picture 1">
            <a:extLst>
              <a:ext uri="{FF2B5EF4-FFF2-40B4-BE49-F238E27FC236}">
                <a16:creationId xmlns:a16="http://schemas.microsoft.com/office/drawing/2014/main" id="{C1E7C560-497B-84B8-CBCE-DC4E4A119AF9}"/>
              </a:ext>
            </a:extLst>
          </p:cNvPr>
          <p:cNvPicPr>
            <a:picLocks noChangeAspect="1"/>
          </p:cNvPicPr>
          <p:nvPr userDrawn="1"/>
        </p:nvPicPr>
        <p:blipFill>
          <a:blip r:embed="rId14"/>
          <a:stretch>
            <a:fillRect/>
          </a:stretch>
        </p:blipFill>
        <p:spPr>
          <a:xfrm>
            <a:off x="9434197" y="246079"/>
            <a:ext cx="2095531" cy="833801"/>
          </a:xfrm>
          <a:prstGeom prst="rect">
            <a:avLst/>
          </a:prstGeom>
        </p:spPr>
      </p:pic>
    </p:spTree>
    <p:extLst>
      <p:ext uri="{BB962C8B-B14F-4D97-AF65-F5344CB8AC3E}">
        <p14:creationId xmlns:p14="http://schemas.microsoft.com/office/powerpoint/2010/main" val="374834621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hdr="0" dt="0"/>
  <p:txStyles>
    <p:titleStyle>
      <a:lvl1pPr algn="l" rtl="0" eaLnBrk="0" fontAlgn="base" hangingPunct="0">
        <a:lnSpc>
          <a:spcPct val="85000"/>
        </a:lnSpc>
        <a:spcBef>
          <a:spcPct val="0"/>
        </a:spcBef>
        <a:spcAft>
          <a:spcPct val="0"/>
        </a:spcAft>
        <a:defRPr sz="2600">
          <a:solidFill>
            <a:schemeClr val="bg1"/>
          </a:solidFill>
          <a:latin typeface="+mj-lt"/>
          <a:ea typeface="MS PGothic" pitchFamily="34" charset="-128"/>
          <a:cs typeface="+mj-cs"/>
        </a:defRPr>
      </a:lvl1pPr>
      <a:lvl2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charset="0"/>
          <a:ea typeface="ＭＳ Ｐゴシック" pitchFamily="-16" charset="-128"/>
        </a:defRPr>
      </a:lvl6pPr>
      <a:lvl7pPr marL="914400" algn="l" rtl="0" fontAlgn="base">
        <a:lnSpc>
          <a:spcPct val="85000"/>
        </a:lnSpc>
        <a:spcBef>
          <a:spcPct val="0"/>
        </a:spcBef>
        <a:spcAft>
          <a:spcPct val="0"/>
        </a:spcAft>
        <a:defRPr sz="2600">
          <a:solidFill>
            <a:schemeClr val="bg1"/>
          </a:solidFill>
          <a:latin typeface="Arial" charset="0"/>
          <a:ea typeface="ＭＳ Ｐゴシック" pitchFamily="-16" charset="-128"/>
        </a:defRPr>
      </a:lvl7pPr>
      <a:lvl8pPr marL="1371600" algn="l" rtl="0" fontAlgn="base">
        <a:lnSpc>
          <a:spcPct val="85000"/>
        </a:lnSpc>
        <a:spcBef>
          <a:spcPct val="0"/>
        </a:spcBef>
        <a:spcAft>
          <a:spcPct val="0"/>
        </a:spcAft>
        <a:defRPr sz="2600">
          <a:solidFill>
            <a:schemeClr val="bg1"/>
          </a:solidFill>
          <a:latin typeface="Arial" charset="0"/>
          <a:ea typeface="ＭＳ Ｐゴシック" pitchFamily="-16" charset="-128"/>
        </a:defRPr>
      </a:lvl8pPr>
      <a:lvl9pPr marL="1828800" algn="l" rtl="0" fontAlgn="base">
        <a:lnSpc>
          <a:spcPct val="85000"/>
        </a:lnSpc>
        <a:spcBef>
          <a:spcPct val="0"/>
        </a:spcBef>
        <a:spcAft>
          <a:spcPct val="0"/>
        </a:spcAft>
        <a:defRPr sz="2600">
          <a:solidFill>
            <a:schemeClr val="bg1"/>
          </a:solidFill>
          <a:latin typeface="Arial" charset="0"/>
          <a:ea typeface="ＭＳ Ｐゴシック" pitchFamily="-16" charset="-128"/>
        </a:defRPr>
      </a:lvl9pPr>
    </p:titleStyle>
    <p:bodyStyle>
      <a:lvl1pPr marL="342900" indent="-342900" algn="l" rtl="0" eaLnBrk="0" fontAlgn="base" hangingPunct="0">
        <a:lnSpc>
          <a:spcPct val="90000"/>
        </a:lnSpc>
        <a:spcBef>
          <a:spcPct val="60000"/>
        </a:spcBef>
        <a:spcAft>
          <a:spcPct val="0"/>
        </a:spcAft>
        <a:buClr>
          <a:srgbClr val="5F2861"/>
        </a:buClr>
        <a:buSzPct val="120000"/>
        <a:tabLst>
          <a:tab pos="261938" algn="l"/>
        </a:tabLst>
        <a:defRPr sz="2000">
          <a:solidFill>
            <a:schemeClr val="tx1"/>
          </a:solidFill>
          <a:latin typeface="+mn-lt"/>
          <a:ea typeface="MS PGothic" pitchFamily="34" charset="-128"/>
          <a:cs typeface="+mn-cs"/>
        </a:defRPr>
      </a:lvl1pPr>
      <a:lvl2pPr marL="700088" indent="-258763" algn="l" rtl="0" eaLnBrk="0" fontAlgn="base" hangingPunct="0">
        <a:lnSpc>
          <a:spcPct val="90000"/>
        </a:lnSpc>
        <a:spcBef>
          <a:spcPct val="50000"/>
        </a:spcBef>
        <a:spcAft>
          <a:spcPct val="0"/>
        </a:spcAft>
        <a:buClr>
          <a:srgbClr val="5F2861"/>
        </a:buClr>
        <a:buSzPct val="120000"/>
        <a:buChar char="•"/>
        <a:tabLst>
          <a:tab pos="261938" algn="l"/>
        </a:tabLst>
        <a:defRPr sz="2000">
          <a:solidFill>
            <a:schemeClr val="tx1"/>
          </a:solidFill>
          <a:latin typeface="+mn-lt"/>
          <a:ea typeface="MS PGothic" pitchFamily="34" charset="-128"/>
        </a:defRPr>
      </a:lvl2pPr>
      <a:lvl3pPr marL="1162050" indent="-282575" algn="l" rtl="0" eaLnBrk="0" fontAlgn="base" hangingPunct="0">
        <a:lnSpc>
          <a:spcPct val="90000"/>
        </a:lnSpc>
        <a:spcBef>
          <a:spcPct val="50000"/>
        </a:spcBef>
        <a:spcAft>
          <a:spcPct val="0"/>
        </a:spcAft>
        <a:buFont typeface="Arial" pitchFamily="34" charset="0"/>
        <a:buChar char="-"/>
        <a:tabLst>
          <a:tab pos="261938" algn="l"/>
        </a:tabLst>
        <a:defRPr sz="2000">
          <a:solidFill>
            <a:schemeClr val="tx1"/>
          </a:solidFill>
          <a:latin typeface="+mn-lt"/>
          <a:ea typeface="MS PGothic" pitchFamily="34" charset="-128"/>
        </a:defRPr>
      </a:lvl3pPr>
      <a:lvl4pPr marL="1627188" indent="-285750" algn="l" rtl="0" eaLnBrk="0" fontAlgn="base" hangingPunct="0">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S PGothic" pitchFamily="34" charset="-128"/>
        </a:defRPr>
      </a:lvl4pPr>
      <a:lvl5pPr marL="2087563" indent="-280988" algn="l" rtl="0" eaLnBrk="0" fontAlgn="base" hangingPunct="0">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S PGothic" pitchFamily="34" charset="-128"/>
        </a:defRPr>
      </a:lvl5pPr>
      <a:lvl6pPr marL="25447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6pPr>
      <a:lvl7pPr marL="30019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7pPr>
      <a:lvl8pPr marL="34591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8pPr>
      <a:lvl9pPr marL="39163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D11F4C20-99BA-4187-8614-954C46598DEE}"/>
              </a:ext>
            </a:extLst>
          </p:cNvPr>
          <p:cNvSpPr>
            <a:spLocks noGrp="1" noChangeArrowheads="1"/>
          </p:cNvSpPr>
          <p:nvPr>
            <p:ph type="title"/>
          </p:nvPr>
        </p:nvSpPr>
        <p:spPr bwMode="auto">
          <a:xfrm>
            <a:off x="863602" y="485775"/>
            <a:ext cx="7437967" cy="906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F2812BB5-45E6-46F9-BDE4-3BFE09189D86}"/>
              </a:ext>
            </a:extLst>
          </p:cNvPr>
          <p:cNvSpPr>
            <a:spLocks noGrp="1" noChangeArrowheads="1"/>
          </p:cNvSpPr>
          <p:nvPr>
            <p:ph type="body" idx="1"/>
          </p:nvPr>
        </p:nvSpPr>
        <p:spPr bwMode="auto">
          <a:xfrm>
            <a:off x="863602" y="1798638"/>
            <a:ext cx="10316633"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6149" name="Rectangle 5">
            <a:extLst>
              <a:ext uri="{FF2B5EF4-FFF2-40B4-BE49-F238E27FC236}">
                <a16:creationId xmlns:a16="http://schemas.microsoft.com/office/drawing/2014/main" id="{E6BED93E-75C8-4249-8916-80F902747CA1}"/>
              </a:ext>
            </a:extLst>
          </p:cNvPr>
          <p:cNvSpPr>
            <a:spLocks noGrp="1" noChangeArrowheads="1"/>
          </p:cNvSpPr>
          <p:nvPr>
            <p:ph type="sldNum" sz="quarter" idx="4"/>
          </p:nvPr>
        </p:nvSpPr>
        <p:spPr bwMode="auto">
          <a:xfrm>
            <a:off x="9095317"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r">
              <a:defRPr sz="900" b="1" i="0">
                <a:solidFill>
                  <a:schemeClr val="tx1"/>
                </a:solidFill>
                <a:latin typeface="Arial" panose="020B0604020202020204" pitchFamily="34" charset="0"/>
                <a:ea typeface="MS PGothic" panose="020B0600070205080204" pitchFamily="34" charset="-128"/>
                <a:cs typeface="Arial" panose="020B0604020202020204" pitchFamily="34" charset="0"/>
              </a:defRPr>
            </a:lvl1pPr>
          </a:lstStyle>
          <a:p>
            <a:fld id="{4DFC6EE9-55D9-4100-8598-B06FF930A43B}" type="slidenum">
              <a:rPr lang="en-US" altLang="en-US" smtClean="0"/>
              <a:pPr/>
              <a:t>‹#›</a:t>
            </a:fld>
            <a:endParaRPr lang="en-US" altLang="en-US" sz="1400"/>
          </a:p>
        </p:txBody>
      </p:sp>
    </p:spTree>
    <p:extLst>
      <p:ext uri="{BB962C8B-B14F-4D97-AF65-F5344CB8AC3E}">
        <p14:creationId xmlns:p14="http://schemas.microsoft.com/office/powerpoint/2010/main" val="223116398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5" r:id="rId39"/>
    <p:sldLayoutId id="2147483716" r:id="rId40"/>
    <p:sldLayoutId id="2147483717" r:id="rId41"/>
    <p:sldLayoutId id="2147483718" r:id="rId42"/>
  </p:sldLayoutIdLst>
  <p:hf hdr="0" ftr="0" dt="0"/>
  <p:txStyles>
    <p:title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p:titleStyle>
    <p:bodyStyle>
      <a:lvl1pPr algn="l" rtl="0" eaLnBrk="0" fontAlgn="base" hangingPunct="0">
        <a:lnSpc>
          <a:spcPct val="90000"/>
        </a:lnSpc>
        <a:spcBef>
          <a:spcPct val="60000"/>
        </a:spcBef>
        <a:spcAft>
          <a:spcPct val="0"/>
        </a:spcAft>
        <a:buClr>
          <a:srgbClr val="5F2861"/>
        </a:buClr>
        <a:buSzPct val="120000"/>
        <a:tabLst>
          <a:tab pos="261938" algn="l"/>
        </a:tabLst>
        <a:defRPr sz="2000">
          <a:solidFill>
            <a:schemeClr val="tx1"/>
          </a:solidFill>
          <a:latin typeface="+mn-lt"/>
          <a:ea typeface="+mn-ea"/>
          <a:cs typeface="+mn-cs"/>
        </a:defRPr>
      </a:lvl1pPr>
      <a:lvl2pPr marL="700088" indent="-258763" algn="l" rtl="0" eaLnBrk="0" fontAlgn="base" hangingPunct="0">
        <a:lnSpc>
          <a:spcPct val="90000"/>
        </a:lnSpc>
        <a:spcBef>
          <a:spcPct val="50000"/>
        </a:spcBef>
        <a:spcAft>
          <a:spcPct val="0"/>
        </a:spcAft>
        <a:buClr>
          <a:srgbClr val="5F2861"/>
        </a:buClr>
        <a:buSzPct val="120000"/>
        <a:buChar char="•"/>
        <a:tabLst>
          <a:tab pos="261938" algn="l"/>
        </a:tabLst>
        <a:defRPr sz="2000">
          <a:solidFill>
            <a:schemeClr val="tx1"/>
          </a:solidFill>
          <a:latin typeface="+mn-lt"/>
          <a:ea typeface="+mn-ea"/>
        </a:defRPr>
      </a:lvl2pPr>
      <a:lvl3pPr marL="1162050" indent="-282575" algn="l" rtl="0" eaLnBrk="0" fontAlgn="base" hangingPunct="0">
        <a:lnSpc>
          <a:spcPct val="90000"/>
        </a:lnSpc>
        <a:spcBef>
          <a:spcPct val="50000"/>
        </a:spcBef>
        <a:spcAft>
          <a:spcPct val="0"/>
        </a:spcAft>
        <a:buFont typeface="Arial" panose="020B0604020202020204" pitchFamily="34" charset="0"/>
        <a:buChar char="-"/>
        <a:tabLst>
          <a:tab pos="261938" algn="l"/>
        </a:tabLst>
        <a:defRPr sz="2000">
          <a:solidFill>
            <a:schemeClr val="tx1"/>
          </a:solidFill>
          <a:latin typeface="+mn-lt"/>
          <a:ea typeface="+mn-ea"/>
        </a:defRPr>
      </a:lvl3pPr>
      <a:lvl4pPr marL="1627188" indent="-285750" algn="l" rtl="0" eaLnBrk="0" fontAlgn="base" hangingPunct="0">
        <a:lnSpc>
          <a:spcPct val="90000"/>
        </a:lnSpc>
        <a:spcBef>
          <a:spcPct val="50000"/>
        </a:spcBef>
        <a:spcAft>
          <a:spcPct val="0"/>
        </a:spcAft>
        <a:buFont typeface="Wingdings 2" panose="05020102010507070707" pitchFamily="18" charset="2"/>
        <a:buChar char=""/>
        <a:tabLst>
          <a:tab pos="261938" algn="l"/>
        </a:tabLst>
        <a:defRPr sz="2000">
          <a:solidFill>
            <a:schemeClr val="tx1"/>
          </a:solidFill>
          <a:latin typeface="+mn-lt"/>
          <a:ea typeface="+mn-ea"/>
        </a:defRPr>
      </a:lvl4pPr>
      <a:lvl5pPr marL="2087563" indent="-280988" algn="l" rtl="0" eaLnBrk="0" fontAlgn="base" hangingPunct="0">
        <a:lnSpc>
          <a:spcPct val="90000"/>
        </a:lnSpc>
        <a:spcBef>
          <a:spcPct val="50000"/>
        </a:spcBef>
        <a:spcAft>
          <a:spcPct val="0"/>
        </a:spcAft>
        <a:buFont typeface="Wingdings 2" panose="05020102010507070707" pitchFamily="18" charset="2"/>
        <a:buChar char=""/>
        <a:tabLst>
          <a:tab pos="261938" algn="l"/>
        </a:tabLst>
        <a:defRPr sz="2000">
          <a:solidFill>
            <a:schemeClr val="tx1"/>
          </a:solidFill>
          <a:latin typeface="+mn-lt"/>
          <a:ea typeface="+mn-ea"/>
        </a:defRPr>
      </a:lvl5pPr>
      <a:lvl6pPr marL="25447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6pPr>
      <a:lvl7pPr marL="30019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7pPr>
      <a:lvl8pPr marL="34591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8pPr>
      <a:lvl9pPr marL="39163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96E8-DFEC-4D88-8859-0FA44E5C5762}"/>
              </a:ext>
            </a:extLst>
          </p:cNvPr>
          <p:cNvSpPr>
            <a:spLocks noGrp="1"/>
          </p:cNvSpPr>
          <p:nvPr>
            <p:ph type="title"/>
          </p:nvPr>
        </p:nvSpPr>
        <p:spPr>
          <a:xfrm>
            <a:off x="750948" y="326066"/>
            <a:ext cx="10925504" cy="3406838"/>
          </a:xfrm>
          <a:solidFill>
            <a:srgbClr val="660066"/>
          </a:solidFill>
        </p:spPr>
        <p:txBody>
          <a:bodyPr/>
          <a:lstStyle/>
          <a:p>
            <a:br>
              <a:rPr lang="en-GB" sz="2400" dirty="0">
                <a:solidFill>
                  <a:schemeClr val="bg1"/>
                </a:solidFill>
              </a:rPr>
            </a:br>
            <a:r>
              <a:rPr lang="en-GB" sz="2800" b="1" dirty="0">
                <a:solidFill>
                  <a:schemeClr val="bg1"/>
                </a:solidFill>
              </a:rPr>
              <a:t>CQC Architecture Governance</a:t>
            </a:r>
            <a:br>
              <a:rPr lang="en-GB" sz="2800" b="1" dirty="0">
                <a:solidFill>
                  <a:schemeClr val="bg1"/>
                </a:solidFill>
              </a:rPr>
            </a:br>
            <a:br>
              <a:rPr lang="en-GB" sz="2800" dirty="0">
                <a:solidFill>
                  <a:schemeClr val="bg1"/>
                </a:solidFill>
                <a:cs typeface="Arial"/>
              </a:rPr>
            </a:br>
            <a:r>
              <a:rPr lang="en-GB" sz="2800" dirty="0">
                <a:solidFill>
                  <a:schemeClr val="bg1"/>
                </a:solidFill>
                <a:cs typeface="Arial"/>
              </a:rPr>
              <a:t>Architecture Options Paper</a:t>
            </a:r>
            <a:br>
              <a:rPr lang="en-GB" sz="2800" dirty="0">
                <a:solidFill>
                  <a:schemeClr val="bg1"/>
                </a:solidFill>
                <a:cs typeface="Arial"/>
              </a:rPr>
            </a:br>
            <a:br>
              <a:rPr lang="en-GB" sz="2800" dirty="0">
                <a:solidFill>
                  <a:schemeClr val="bg1"/>
                </a:solidFill>
                <a:cs typeface="Arial"/>
              </a:rPr>
            </a:br>
            <a:r>
              <a:rPr lang="en-GB" sz="1800" b="1" dirty="0">
                <a:solidFill>
                  <a:schemeClr val="bg1"/>
                </a:solidFill>
              </a:rPr>
              <a:t>Project: Production Siebel Database Access</a:t>
            </a:r>
            <a:br>
              <a:rPr lang="en-GB" sz="1800" b="1" dirty="0">
                <a:solidFill>
                  <a:schemeClr val="bg1"/>
                </a:solidFill>
              </a:rPr>
            </a:br>
            <a:r>
              <a:rPr lang="en-GB" sz="1800" b="1" dirty="0">
                <a:solidFill>
                  <a:schemeClr val="bg1"/>
                </a:solidFill>
              </a:rPr>
              <a:t>Date Published: July 2026</a:t>
            </a:r>
            <a:br>
              <a:rPr lang="en-GB" sz="1800" dirty="0">
                <a:solidFill>
                  <a:schemeClr val="bg1"/>
                </a:solidFill>
              </a:rPr>
            </a:br>
            <a:endParaRPr lang="en-GB" sz="1800" dirty="0">
              <a:solidFill>
                <a:schemeClr val="bg1"/>
              </a:solidFill>
            </a:endParaRPr>
          </a:p>
        </p:txBody>
      </p:sp>
      <p:sp>
        <p:nvSpPr>
          <p:cNvPr id="4" name="Text Placeholder 3">
            <a:extLst>
              <a:ext uri="{FF2B5EF4-FFF2-40B4-BE49-F238E27FC236}">
                <a16:creationId xmlns:a16="http://schemas.microsoft.com/office/drawing/2014/main" id="{BED26FA6-153B-3825-29E3-DF18D02B66D7}"/>
              </a:ext>
            </a:extLst>
          </p:cNvPr>
          <p:cNvSpPr>
            <a:spLocks noGrp="1"/>
          </p:cNvSpPr>
          <p:nvPr>
            <p:ph type="body" sz="quarter" idx="10"/>
          </p:nvPr>
        </p:nvSpPr>
        <p:spPr>
          <a:xfrm>
            <a:off x="750948" y="3910212"/>
            <a:ext cx="10925504" cy="960801"/>
          </a:xfrm>
        </p:spPr>
        <p:txBody>
          <a:bodyPr/>
          <a:lstStyle/>
          <a:p>
            <a:r>
              <a:rPr lang="en-GB" sz="1800"/>
              <a:t>David Garner – [Role / job title]</a:t>
            </a:r>
          </a:p>
        </p:txBody>
      </p:sp>
    </p:spTree>
    <p:extLst>
      <p:ext uri="{BB962C8B-B14F-4D97-AF65-F5344CB8AC3E}">
        <p14:creationId xmlns:p14="http://schemas.microsoft.com/office/powerpoint/2010/main" val="4126488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4251-BAD0-FE33-D1D3-3EB7CC59ECF1}"/>
              </a:ext>
            </a:extLst>
          </p:cNvPr>
          <p:cNvSpPr>
            <a:spLocks noGrp="1"/>
          </p:cNvSpPr>
          <p:nvPr>
            <p:ph type="title"/>
          </p:nvPr>
        </p:nvSpPr>
        <p:spPr/>
        <p:txBody>
          <a:bodyPr/>
          <a:lstStyle/>
          <a:p>
            <a:r>
              <a:rPr lang="en-GB">
                <a:solidFill>
                  <a:srgbClr val="FFFFFF"/>
                </a:solidFill>
              </a:rPr>
              <a:t>Version Control</a:t>
            </a:r>
            <a:endParaRPr lang="en-GB"/>
          </a:p>
        </p:txBody>
      </p:sp>
      <p:sp>
        <p:nvSpPr>
          <p:cNvPr id="4" name="Slide Number Placeholder 3">
            <a:extLst>
              <a:ext uri="{FF2B5EF4-FFF2-40B4-BE49-F238E27FC236}">
                <a16:creationId xmlns:a16="http://schemas.microsoft.com/office/drawing/2014/main" id="{A82DA3DA-3035-CFBF-A311-2B83E8CDE1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5" name="Table 6">
            <a:extLst>
              <a:ext uri="{FF2B5EF4-FFF2-40B4-BE49-F238E27FC236}">
                <a16:creationId xmlns:a16="http://schemas.microsoft.com/office/drawing/2014/main" id="{5FF9AB7F-C4B7-65DC-B07E-2DE90851CD57}"/>
              </a:ext>
            </a:extLst>
          </p:cNvPr>
          <p:cNvGraphicFramePr>
            <a:graphicFrameLocks noGrp="1"/>
          </p:cNvGraphicFramePr>
          <p:nvPr>
            <p:extLst>
              <p:ext uri="{D42A27DB-BD31-4B8C-83A1-F6EECF244321}">
                <p14:modId xmlns:p14="http://schemas.microsoft.com/office/powerpoint/2010/main" val="3599224961"/>
              </p:ext>
            </p:extLst>
          </p:nvPr>
        </p:nvGraphicFramePr>
        <p:xfrm>
          <a:off x="680721" y="1260001"/>
          <a:ext cx="10942319" cy="1521865"/>
        </p:xfrm>
        <a:graphic>
          <a:graphicData uri="http://schemas.openxmlformats.org/drawingml/2006/table">
            <a:tbl>
              <a:tblPr firstRow="1" bandRow="1"/>
              <a:tblGrid>
                <a:gridCol w="808745">
                  <a:extLst>
                    <a:ext uri="{9D8B030D-6E8A-4147-A177-3AD203B41FA5}">
                      <a16:colId xmlns:a16="http://schemas.microsoft.com/office/drawing/2014/main" val="3000999346"/>
                    </a:ext>
                  </a:extLst>
                </a:gridCol>
                <a:gridCol w="4660032">
                  <a:extLst>
                    <a:ext uri="{9D8B030D-6E8A-4147-A177-3AD203B41FA5}">
                      <a16:colId xmlns:a16="http://schemas.microsoft.com/office/drawing/2014/main" val="2713426179"/>
                    </a:ext>
                  </a:extLst>
                </a:gridCol>
                <a:gridCol w="1471018">
                  <a:extLst>
                    <a:ext uri="{9D8B030D-6E8A-4147-A177-3AD203B41FA5}">
                      <a16:colId xmlns:a16="http://schemas.microsoft.com/office/drawing/2014/main" val="3670390591"/>
                    </a:ext>
                  </a:extLst>
                </a:gridCol>
                <a:gridCol w="4002524">
                  <a:extLst>
                    <a:ext uri="{9D8B030D-6E8A-4147-A177-3AD203B41FA5}">
                      <a16:colId xmlns:a16="http://schemas.microsoft.com/office/drawing/2014/main" val="3673877109"/>
                    </a:ext>
                  </a:extLst>
                </a:gridCol>
              </a:tblGrid>
              <a:tr h="264929">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Version</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Author (A) / Reviewers (R) / Consult (C)</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Date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Comments</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extLst>
                  <a:ext uri="{0D108BD9-81ED-4DB2-BD59-A6C34878D82A}">
                    <a16:rowId xmlns:a16="http://schemas.microsoft.com/office/drawing/2014/main" val="3447468962"/>
                  </a:ext>
                </a:extLst>
              </a:tr>
              <a:tr h="308034">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0.1</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David Garner (A)</a:t>
                      </a:r>
                    </a:p>
                    <a:p>
                      <a:r>
                        <a:rPr lang="en-GB" sz="1200"/>
                        <a:t>[Reviewer name] (R)</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10/07/26</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Initial draft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extLst>
                  <a:ext uri="{0D108BD9-81ED-4DB2-BD59-A6C34878D82A}">
                    <a16:rowId xmlns:a16="http://schemas.microsoft.com/office/drawing/2014/main" val="4279433062"/>
                  </a:ext>
                </a:extLst>
              </a:tr>
              <a:tr h="299367">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extLst>
                  <a:ext uri="{0D108BD9-81ED-4DB2-BD59-A6C34878D82A}">
                    <a16:rowId xmlns:a16="http://schemas.microsoft.com/office/drawing/2014/main" val="2098638868"/>
                  </a:ext>
                </a:extLst>
              </a:tr>
              <a:tr h="264929">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extLst>
                  <a:ext uri="{0D108BD9-81ED-4DB2-BD59-A6C34878D82A}">
                    <a16:rowId xmlns:a16="http://schemas.microsoft.com/office/drawing/2014/main" val="643269386"/>
                  </a:ext>
                </a:extLst>
              </a:tr>
              <a:tr h="244342">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extLst>
                  <a:ext uri="{0D108BD9-81ED-4DB2-BD59-A6C34878D82A}">
                    <a16:rowId xmlns:a16="http://schemas.microsoft.com/office/drawing/2014/main" val="3731785575"/>
                  </a:ext>
                </a:extLst>
              </a:tr>
            </a:tbl>
          </a:graphicData>
        </a:graphic>
      </p:graphicFrame>
    </p:spTree>
    <p:extLst>
      <p:ext uri="{BB962C8B-B14F-4D97-AF65-F5344CB8AC3E}">
        <p14:creationId xmlns:p14="http://schemas.microsoft.com/office/powerpoint/2010/main" val="99846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ADF0DA5-E172-B958-9B16-37C6271ABE49}"/>
              </a:ext>
            </a:extLst>
          </p:cNvPr>
          <p:cNvSpPr txBox="1"/>
          <p:nvPr/>
        </p:nvSpPr>
        <p:spPr>
          <a:xfrm>
            <a:off x="627802" y="1352001"/>
            <a:ext cx="11078635" cy="276999"/>
          </a:xfrm>
          <a:prstGeom prst="rect">
            <a:avLst/>
          </a:prstGeom>
          <a:noFill/>
        </p:spPr>
        <p:txBody>
          <a:bodyPr wrap="square" lIns="91440" tIns="45720" rIns="91440" bIns="45720" anchor="t">
            <a:sp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kumimoji="0" lang="en-GB" altLang="en-US" sz="1200" b="0" i="0" u="none" strike="noStrike" kern="1200" cap="none" spc="0" normalizeH="0" baseline="0" noProof="0" bmk="_Toc247988889">
                <a:ln>
                  <a:noFill/>
                </a:ln>
                <a:solidFill>
                  <a:srgbClr val="000000"/>
                </a:solidFill>
                <a:effectLst/>
                <a:uLnTx/>
                <a:uFillTx/>
                <a:latin typeface="Arial"/>
                <a:ea typeface="Calibri"/>
                <a:cs typeface="Arial"/>
              </a:rPr>
              <a:t xml:space="preserve">This document is </a:t>
            </a:r>
            <a:r>
              <a:rPr lang="en-GB" altLang="en-US" sz="1200" b="1" bmk="_Toc247988889">
                <a:solidFill>
                  <a:srgbClr val="000000"/>
                </a:solidFill>
                <a:latin typeface="Arial"/>
                <a:ea typeface="Calibri"/>
                <a:cs typeface="Arial"/>
              </a:rPr>
              <a:t>distributed to</a:t>
            </a:r>
            <a:r>
              <a:rPr kumimoji="0" lang="en-GB" altLang="en-US" sz="1200" b="0" i="0" u="none" strike="noStrike" kern="1200" cap="none" spc="0" normalizeH="0" baseline="0" noProof="0" bmk="_Toc247988889">
                <a:ln>
                  <a:noFill/>
                </a:ln>
                <a:solidFill>
                  <a:srgbClr val="000000"/>
                </a:solidFill>
                <a:effectLst/>
                <a:uLnTx/>
                <a:uFillTx/>
                <a:latin typeface="Arial"/>
                <a:ea typeface="Calibri"/>
                <a:cs typeface="Arial"/>
              </a:rPr>
              <a:t>:</a:t>
            </a:r>
            <a:endParaRPr kumimoji="0" lang="en-GB" altLang="en-US" sz="1200" b="0" i="0" u="none" strike="noStrike" kern="1200" cap="none" spc="0" normalizeH="0" baseline="0" noProof="0">
              <a:ln>
                <a:noFill/>
              </a:ln>
              <a:solidFill>
                <a:srgbClr val="000000"/>
              </a:solidFill>
              <a:effectLst/>
              <a:uLnTx/>
              <a:uFillTx/>
              <a:latin typeface="Arial"/>
              <a:ea typeface="Calibri"/>
              <a:cs typeface="Arial"/>
            </a:endParaRPr>
          </a:p>
        </p:txBody>
      </p:sp>
      <p:sp>
        <p:nvSpPr>
          <p:cNvPr id="2" name="Title 1">
            <a:extLst>
              <a:ext uri="{FF2B5EF4-FFF2-40B4-BE49-F238E27FC236}">
                <a16:creationId xmlns:a16="http://schemas.microsoft.com/office/drawing/2014/main" id="{847FB8DF-EB23-9C94-367D-FE93AD5C4DAF}"/>
              </a:ext>
            </a:extLst>
          </p:cNvPr>
          <p:cNvSpPr>
            <a:spLocks noGrp="1"/>
          </p:cNvSpPr>
          <p:nvPr>
            <p:ph type="title"/>
          </p:nvPr>
        </p:nvSpPr>
        <p:spPr/>
        <p:txBody>
          <a:bodyPr/>
          <a:lstStyle/>
          <a:p>
            <a:r>
              <a:rPr lang="en-US" sz="2000">
                <a:solidFill>
                  <a:schemeClr val="bg1">
                    <a:lumMod val="95000"/>
                  </a:schemeClr>
                </a:solidFill>
                <a:cs typeface="Arial"/>
              </a:rPr>
              <a:t>Architecture Distribution</a:t>
            </a:r>
            <a:endParaRPr lang="en-GB"/>
          </a:p>
        </p:txBody>
      </p:sp>
      <p:sp>
        <p:nvSpPr>
          <p:cNvPr id="4" name="Slide Number Placeholder 3">
            <a:extLst>
              <a:ext uri="{FF2B5EF4-FFF2-40B4-BE49-F238E27FC236}">
                <a16:creationId xmlns:a16="http://schemas.microsoft.com/office/drawing/2014/main" id="{FE437A27-75C5-A6DE-223D-78B6F53C57C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5" name="Table 4">
            <a:extLst>
              <a:ext uri="{FF2B5EF4-FFF2-40B4-BE49-F238E27FC236}">
                <a16:creationId xmlns:a16="http://schemas.microsoft.com/office/drawing/2014/main" id="{7AFDDAC0-1426-DBEA-A19C-7D6F6890B026}"/>
              </a:ext>
            </a:extLst>
          </p:cNvPr>
          <p:cNvGraphicFramePr>
            <a:graphicFrameLocks noGrp="1"/>
          </p:cNvGraphicFramePr>
          <p:nvPr>
            <p:extLst>
              <p:ext uri="{D42A27DB-BD31-4B8C-83A1-F6EECF244321}">
                <p14:modId xmlns:p14="http://schemas.microsoft.com/office/powerpoint/2010/main" val="1402955060"/>
              </p:ext>
            </p:extLst>
          </p:nvPr>
        </p:nvGraphicFramePr>
        <p:xfrm>
          <a:off x="627802" y="1948661"/>
          <a:ext cx="9172932" cy="2455134"/>
        </p:xfrm>
        <a:graphic>
          <a:graphicData uri="http://schemas.openxmlformats.org/drawingml/2006/table">
            <a:tbl>
              <a:tblPr firstRow="1" firstCol="1" bandRow="1"/>
              <a:tblGrid>
                <a:gridCol w="1775595">
                  <a:extLst>
                    <a:ext uri="{9D8B030D-6E8A-4147-A177-3AD203B41FA5}">
                      <a16:colId xmlns:a16="http://schemas.microsoft.com/office/drawing/2014/main" val="3333872984"/>
                    </a:ext>
                  </a:extLst>
                </a:gridCol>
                <a:gridCol w="5419068">
                  <a:extLst>
                    <a:ext uri="{9D8B030D-6E8A-4147-A177-3AD203B41FA5}">
                      <a16:colId xmlns:a16="http://schemas.microsoft.com/office/drawing/2014/main" val="997251457"/>
                    </a:ext>
                  </a:extLst>
                </a:gridCol>
                <a:gridCol w="1099038">
                  <a:extLst>
                    <a:ext uri="{9D8B030D-6E8A-4147-A177-3AD203B41FA5}">
                      <a16:colId xmlns:a16="http://schemas.microsoft.com/office/drawing/2014/main" val="2536154606"/>
                    </a:ext>
                  </a:extLst>
                </a:gridCol>
                <a:gridCol w="879231">
                  <a:extLst>
                    <a:ext uri="{9D8B030D-6E8A-4147-A177-3AD203B41FA5}">
                      <a16:colId xmlns:a16="http://schemas.microsoft.com/office/drawing/2014/main" val="4148479619"/>
                    </a:ext>
                  </a:extLst>
                </a:gridCol>
              </a:tblGrid>
              <a:tr h="0">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Name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Role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Date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Version</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extLst>
                  <a:ext uri="{0D108BD9-81ED-4DB2-BD59-A6C34878D82A}">
                    <a16:rowId xmlns:a16="http://schemas.microsoft.com/office/drawing/2014/main" val="3151230619"/>
                  </a:ext>
                </a:extLst>
              </a:tr>
              <a:tr h="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Arial" panose="020B0604020202020204" pitchFamily="34" charset="0"/>
                        </a:rPr>
                        <a:t xml:space="preserve">Deputy Director of Architecture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63205347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Arial" panose="020B0604020202020204" pitchFamily="34" charset="0"/>
                        </a:rPr>
                        <a:t>Deputy Director of  Modern Workspace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98995124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Deputy Director of Engineering</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0513168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Enterprise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697498574"/>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Times New Roman" panose="02020603050405020304" pitchFamily="18" charset="0"/>
                        </a:rPr>
                        <a:t>Enterprise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15739116"/>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Times New Roman" panose="02020603050405020304" pitchFamily="18" charset="0"/>
                        </a:rPr>
                        <a:t>Solutions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3644170124"/>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Solutions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59941241"/>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Business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3200217760"/>
                  </a:ext>
                </a:extLst>
              </a:tr>
              <a:tr h="0">
                <a:tc>
                  <a:txBody>
                    <a:bodyPr/>
                    <a:lstStyle/>
                    <a:p>
                      <a:pPr>
                        <a:lnSpc>
                          <a:spcPct val="107000"/>
                        </a:lnSpc>
                        <a:spcAft>
                          <a:spcPts val="800"/>
                        </a:spcAft>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1715940795"/>
                  </a:ext>
                </a:extLst>
              </a:tr>
              <a:tr h="0">
                <a:tc>
                  <a:txBody>
                    <a:bodyPr/>
                    <a:lstStyle/>
                    <a:p>
                      <a:pPr>
                        <a:lnSpc>
                          <a:spcPct val="107000"/>
                        </a:lnSpc>
                        <a:spcAft>
                          <a:spcPts val="800"/>
                        </a:spcAft>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1048845595"/>
                  </a:ext>
                </a:extLst>
              </a:tr>
            </a:tbl>
          </a:graphicData>
        </a:graphic>
      </p:graphicFrame>
    </p:spTree>
    <p:extLst>
      <p:ext uri="{BB962C8B-B14F-4D97-AF65-F5344CB8AC3E}">
        <p14:creationId xmlns:p14="http://schemas.microsoft.com/office/powerpoint/2010/main" val="1688306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a:defRPr/>
            </a:pPr>
            <a:r>
              <a:rPr lang="en-GB">
                <a:solidFill>
                  <a:srgbClr val="FFFFFF"/>
                </a:solidFill>
              </a:rPr>
              <a:t>Purpose &amp; Decision Sought</a:t>
            </a:r>
            <a:endParaRPr lang="en-GB">
              <a:solidFill>
                <a:srgbClr val="FF0000"/>
              </a:solidFill>
            </a:endParaRPr>
          </a:p>
        </p:txBody>
      </p:sp>
      <p:sp>
        <p:nvSpPr>
          <p:cNvPr id="4" name="TextBox 3">
            <a:extLst>
              <a:ext uri="{FF2B5EF4-FFF2-40B4-BE49-F238E27FC236}">
                <a16:creationId xmlns:a16="http://schemas.microsoft.com/office/drawing/2014/main" id="{A0DC7336-6350-6FCE-EFF7-ECF470305BFE}"/>
              </a:ext>
            </a:extLst>
          </p:cNvPr>
          <p:cNvSpPr txBox="1"/>
          <p:nvPr/>
        </p:nvSpPr>
        <p:spPr bwMode="auto">
          <a:xfrm>
            <a:off x="289711" y="1267485"/>
            <a:ext cx="11298725" cy="3016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Purpose: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lvl="1">
              <a:defRPr/>
            </a:pPr>
            <a:r>
              <a:rPr kumimoji="0" lang="en-GB" sz="1400" b="0" u="none" strike="noStrike" kern="0" cap="none" spc="0" normalizeH="0" baseline="0" noProof="0" dirty="0">
                <a:ln>
                  <a:noFill/>
                </a:ln>
                <a:solidFill>
                  <a:srgbClr val="000000"/>
                </a:solidFill>
                <a:effectLst/>
                <a:uLnTx/>
                <a:uFillTx/>
                <a:latin typeface="Arial"/>
                <a:ea typeface="MS PGothic"/>
                <a:cs typeface="+mn-cs"/>
              </a:rPr>
              <a:t>The enterprise data platform (Microsoft Fabric) requires daily Siebel CRM data, both for ongoing integration and to prepare for the eventual migration and decommission of Siebel. Production Siebel is hosted by Computacenter as a managed service on aging hardware, where any additional load carries a material risk of failure.</a:t>
            </a:r>
            <a:endParaRPr lang="en-GB" sz="1400" kern="0" dirty="0">
              <a:solidFill>
                <a:srgbClr val="000000"/>
              </a:solidFill>
              <a:latin typeface="Arial"/>
              <a:ea typeface="MS PGothic"/>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Decision Sought: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lvl="1">
              <a:defRPr/>
            </a:pPr>
            <a:r>
              <a:rPr kumimoji="0" lang="en-GB" sz="1400" b="0" u="none" strike="noStrike" kern="0" cap="none" spc="0" normalizeH="0" baseline="0" noProof="0" dirty="0">
                <a:ln>
                  <a:noFill/>
                </a:ln>
                <a:solidFill>
                  <a:srgbClr val="000000"/>
                </a:solidFill>
                <a:effectLst/>
                <a:uLnTx/>
                <a:uFillTx/>
                <a:latin typeface="Arial"/>
                <a:ea typeface="MS PGothic"/>
                <a:cs typeface="+mn-cs"/>
              </a:rPr>
              <a:t>The Architecture Review Board is asked to approve the access pattern for production Siebel data to be used ahead of the Siebel-to-Azure migration completing in November 2026.</a:t>
            </a:r>
            <a:endParaRPr lang="en-GB" sz="1400" b="0" u="none" strike="noStrike" kern="0" cap="none" spc="0" normalizeH="0" baseline="0" noProof="0" dirty="0">
              <a:ln>
                <a:noFill/>
              </a:ln>
              <a:solidFill>
                <a:srgbClr val="000000"/>
              </a:solidFill>
              <a:effectLst/>
              <a:uLnTx/>
              <a:uFillTx/>
              <a:latin typeface="Arial"/>
              <a:ea typeface="MS PGothic"/>
              <a:cs typeface="Arial"/>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Arial"/>
                <a:ea typeface="MS PGothic"/>
                <a:cs typeface="+mn-cs"/>
              </a:rPr>
              <a:t>Option 2 – Backup Restore to Oracle PaaS in Azure. It is the only option that delivers daily Siebel data with zero additional load on the fragile production estate, and it de-risks the November 2026 migration by proving the backup/restore path.</a:t>
            </a:r>
            <a:endParaRPr lang="en-GB" sz="1400" b="0" i="0" u="none" strike="noStrike" kern="0" cap="none" spc="0" normalizeH="0" baseline="0" noProof="0" dirty="0">
              <a:ln>
                <a:noFill/>
              </a:ln>
              <a:solidFill>
                <a:srgbClr val="000000"/>
              </a:solidFill>
              <a:effectLst/>
              <a:uLnTx/>
              <a:uFillTx/>
              <a:latin typeface="Arial"/>
              <a:ea typeface="MS PGothic"/>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p:txBody>
      </p:sp>
      <p:sp>
        <p:nvSpPr>
          <p:cNvPr id="4" name="Slide Number Placeholder 3">
            <a:extLst>
              <a:ext uri="{FF2B5EF4-FFF2-40B4-BE49-F238E27FC236}">
                <a16:creationId xmlns:a16="http://schemas.microsoft.com/office/drawing/2014/main" id="{A82DA3DA-3035-CFBF-A311-2B83E8CDE1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3878893730"/>
      </p:ext>
    </p:extLst>
  </p:cSld>
  <p:clrMapOvr>
    <a:masterClrMapping/>
  </p:clrMapOvr>
  <p:extLst>
    <p:ext uri="{6950BFC3-D8DA-4A85-94F7-54DA5524770B}"/>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C8E7-6A6B-7706-AF58-0A07714D95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95BB65-EDCA-FBC1-5B91-B385376DE261}"/>
              </a:ext>
            </a:extLst>
          </p:cNvPr>
          <p:cNvSpPr>
            <a:spLocks noGrp="1"/>
          </p:cNvSpPr>
          <p:nvPr>
            <p:ph type="title"/>
          </p:nvPr>
        </p:nvSpPr>
        <p:spPr/>
        <p:txBody>
          <a:bodyPr/>
          <a:lstStyle/>
          <a:p>
            <a:pPr lvl="0">
              <a:defRPr/>
            </a:pPr>
            <a:r>
              <a:rPr lang="en-GB">
                <a:solidFill>
                  <a:srgbClr val="FFFFFF"/>
                </a:solidFill>
              </a:rPr>
              <a:t>Background</a:t>
            </a:r>
            <a:endParaRPr lang="en-GB">
              <a:solidFill>
                <a:srgbClr val="FF0000"/>
              </a:solidFill>
            </a:endParaRPr>
          </a:p>
        </p:txBody>
      </p:sp>
      <p:sp>
        <p:nvSpPr>
          <p:cNvPr id="5" name="TextBox 4">
            <a:extLst>
              <a:ext uri="{FF2B5EF4-FFF2-40B4-BE49-F238E27FC236}">
                <a16:creationId xmlns:a16="http://schemas.microsoft.com/office/drawing/2014/main" id="{29A040FE-5DD0-960D-A5D9-96312B731F04}"/>
              </a:ext>
            </a:extLst>
          </p:cNvPr>
          <p:cNvSpPr txBox="1"/>
          <p:nvPr/>
        </p:nvSpPr>
        <p:spPr bwMode="auto">
          <a:xfrm>
            <a:off x="225232" y="1267485"/>
            <a:ext cx="11621328" cy="1969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rtlCol="0" anchor="t" anchorCtr="0" compatLnSpc="1">
            <a:prstTxWarp prst="textNoShape">
              <a:avLst/>
            </a:prstTxWarp>
            <a:spAutoFit/>
          </a:bodyPr>
          <a:lstStyle/>
          <a:p>
            <a:pPr lvl="0" eaLnBrk="0" fontAlgn="base" hangingPunct="0">
              <a:spcBef>
                <a:spcPct val="0"/>
              </a:spcBef>
              <a:spcAft>
                <a:spcPct val="0"/>
              </a:spcAft>
            </a:pPr>
            <a:r>
              <a:rPr lang="en-US" altLang="en-US" sz="1600" b="1" dirty="0">
                <a:latin typeface="Calibri" panose="020F0502020204030204" pitchFamily="34" charset="0"/>
                <a:ea typeface="Calibri" panose="020F0502020204030204" pitchFamily="34" charset="0"/>
                <a:cs typeface="Calibri" panose="020F0502020204030204" pitchFamily="34" charset="0"/>
              </a:rPr>
              <a:t>Background:</a:t>
            </a:r>
          </a:p>
          <a:p>
            <a:pPr lvl="0" eaLnBrk="0" fontAlgn="base" hangingPunct="0">
              <a:spcBef>
                <a:spcPct val="0"/>
              </a:spcBef>
              <a:spcAft>
                <a:spcPct val="0"/>
              </a:spcAft>
            </a:pPr>
            <a:endParaRPr lang="en-US" altLang="en-US" sz="1600" b="1" dirty="0">
              <a:latin typeface="Calibri" panose="020F0502020204030204" pitchFamily="34" charset="0"/>
              <a:ea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Production Siebel CRM runs on Oracle Database at a Computacenter managed service, on aging hardware where increased load raises the risk of failure.</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A programme to migrate production Siebel to Azure is in flight, due to complete in November 2026.</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The Microsoft Fabric enterprise data platform needs Siebel data on a daily basis for integration, and the same extraction capability supports migration and decommission preparation.</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Computacenter already produces database backups, and an option exists to restore these to an Oracle PaaS database in Azure.</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Drivers: protect a fragile production estate from additional load; unblock the data platform and integration roadmap ahead of November 2026; and begin preparing Siebel data for migration and decommission.</a:t>
            </a:r>
          </a:p>
          <a:p>
            <a:pPr marL="285750" lvl="0" indent="-285750" eaLnBrk="0" fontAlgn="base" hangingPunct="0">
              <a:spcBef>
                <a:spcPct val="0"/>
              </a:spcBef>
              <a:spcAft>
                <a:spcPct val="0"/>
              </a:spcAft>
              <a:buFont typeface="Arial" panose="020B0604020202020204" pitchFamily="34" charset="0"/>
              <a:buChar char="•"/>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Arial" panose="020B0604020202020204" pitchFamily="34" charset="0"/>
              <a:buChar char="•"/>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2DA3DA-3035-CFBF-A311-2B83E8CDE1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1847491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5CE7-7B41-AB5E-884D-A3C67F529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A6F5F-5195-10C7-E9D7-9468D401FC02}"/>
              </a:ext>
            </a:extLst>
          </p:cNvPr>
          <p:cNvSpPr>
            <a:spLocks noGrp="1"/>
          </p:cNvSpPr>
          <p:nvPr>
            <p:ph type="title"/>
          </p:nvPr>
        </p:nvSpPr>
        <p:spPr>
          <a:xfrm>
            <a:off x="546101" y="209749"/>
            <a:ext cx="7755468" cy="906463"/>
          </a:xfrm>
        </p:spPr>
        <p:txBody>
          <a:bodyPr/>
          <a:lstStyle/>
          <a:p>
            <a:r>
              <a:rPr lang="en-GB" sz="2000">
                <a:latin typeface="+mj-lt"/>
              </a:rPr>
              <a:t xml:space="preserve">Options </a:t>
            </a:r>
            <a:r>
              <a:rPr lang="en-GB">
                <a:latin typeface="+mj-lt"/>
              </a:rPr>
              <a:t>Summary</a:t>
            </a:r>
            <a:endParaRPr lang="en-GB" sz="2000">
              <a:latin typeface="+mj-lt"/>
            </a:endParaRPr>
          </a:p>
        </p:txBody>
      </p:sp>
      <p:sp>
        <p:nvSpPr>
          <p:cNvPr id="37" name="Slide Number Placeholder 4">
            <a:extLst>
              <a:ext uri="{FF2B5EF4-FFF2-40B4-BE49-F238E27FC236}">
                <a16:creationId xmlns:a16="http://schemas.microsoft.com/office/drawing/2014/main" id="{A07E6C49-D83D-0CE4-A3FA-1C0AF8F8CA6A}"/>
              </a:ext>
            </a:extLst>
          </p:cNvPr>
          <p:cNvSpPr txBox="1">
            <a:spLocks/>
          </p:cNvSpPr>
          <p:nvPr/>
        </p:nvSpPr>
        <p:spPr>
          <a:xfrm>
            <a:off x="10632514" y="6564408"/>
            <a:ext cx="1153086" cy="242792"/>
          </a:xfrm>
          <a:prstGeom prst="rect">
            <a:avLst/>
          </a:prstGeom>
        </p:spPr>
        <p:txBody>
          <a:bodyPr vert="horz" lIns="0" tIns="0" rIns="0" bIns="0" rtlCol="0" anchor="t" anchorCtr="0">
            <a:noAutofit/>
          </a:bodyPr>
          <a:lstStyle>
            <a:defPPr>
              <a:defRPr lang="en-US"/>
            </a:defPPr>
            <a:lvl1pPr marL="0" algn="r"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2F71935C-54CC-46AC-AF0E-809229D8141A}" type="slidenum">
              <a:rPr kumimoji="0" lang="en-GB" sz="1200" b="0" i="0" u="none" strike="noStrike" kern="1200" cap="none" spc="0" normalizeH="0" baseline="0" noProof="0" smtClean="0">
                <a:ln>
                  <a:noFill/>
                </a:ln>
                <a:solidFill>
                  <a:srgbClr val="142855"/>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srgbClr val="142855"/>
              </a:solidFill>
              <a:effectLst/>
              <a:uLnTx/>
              <a:uFillTx/>
              <a:latin typeface="Arial"/>
              <a:ea typeface="+mn-ea"/>
              <a:cs typeface="+mn-cs"/>
            </a:endParaRPr>
          </a:p>
        </p:txBody>
      </p:sp>
      <p:sp>
        <p:nvSpPr>
          <p:cNvPr id="38" name="Rectangle 187">
            <a:extLst>
              <a:ext uri="{FF2B5EF4-FFF2-40B4-BE49-F238E27FC236}">
                <a16:creationId xmlns:a16="http://schemas.microsoft.com/office/drawing/2014/main" id="{B642368A-EF5B-5C74-00B8-C104676FFB34}"/>
              </a:ext>
            </a:extLst>
          </p:cNvPr>
          <p:cNvSpPr>
            <a:spLocks noChangeArrowheads="1"/>
          </p:cNvSpPr>
          <p:nvPr/>
        </p:nvSpPr>
        <p:spPr bwMode="auto">
          <a:xfrm>
            <a:off x="4007532" y="1641118"/>
            <a:ext cx="4672012"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en-US" sz="2400" b="1" i="0" u="none" strike="noStrike" kern="0" cap="none" spc="0" normalizeH="0" baseline="0" noProof="0">
              <a:ln>
                <a:noFill/>
              </a:ln>
              <a:solidFill>
                <a:srgbClr val="003399"/>
              </a:solidFill>
              <a:effectLst/>
              <a:uLnTx/>
              <a:uFillTx/>
              <a:latin typeface="Arial" panose="020B0604020202020204" pitchFamily="34" charset="0"/>
              <a:ea typeface="MS PGothic" panose="020B0600070205080204" pitchFamily="34" charset="-128"/>
            </a:endParaRPr>
          </a:p>
        </p:txBody>
      </p:sp>
      <p:graphicFrame>
        <p:nvGraphicFramePr>
          <p:cNvPr id="39" name="Group 168">
            <a:extLst>
              <a:ext uri="{FF2B5EF4-FFF2-40B4-BE49-F238E27FC236}">
                <a16:creationId xmlns:a16="http://schemas.microsoft.com/office/drawing/2014/main" id="{15B5677A-8B35-AF5E-1449-0416E97ACC2E}"/>
              </a:ext>
            </a:extLst>
          </p:cNvPr>
          <p:cNvGraphicFramePr>
            <a:graphicFrameLocks noGrp="1"/>
          </p:cNvGraphicFramePr>
          <p:nvPr>
            <p:extLst>
              <p:ext uri="{D42A27DB-BD31-4B8C-83A1-F6EECF244321}">
                <p14:modId xmlns:p14="http://schemas.microsoft.com/office/powerpoint/2010/main" val="2807863570"/>
              </p:ext>
            </p:extLst>
          </p:nvPr>
        </p:nvGraphicFramePr>
        <p:xfrm>
          <a:off x="536878" y="1224646"/>
          <a:ext cx="11248720" cy="2728418"/>
        </p:xfrm>
        <a:graphic>
          <a:graphicData uri="http://schemas.openxmlformats.org/drawingml/2006/table">
            <a:tbl>
              <a:tblPr/>
              <a:tblGrid>
                <a:gridCol w="681687">
                  <a:extLst>
                    <a:ext uri="{9D8B030D-6E8A-4147-A177-3AD203B41FA5}">
                      <a16:colId xmlns:a16="http://schemas.microsoft.com/office/drawing/2014/main" val="1577332914"/>
                    </a:ext>
                  </a:extLst>
                </a:gridCol>
                <a:gridCol w="1869710">
                  <a:extLst>
                    <a:ext uri="{9D8B030D-6E8A-4147-A177-3AD203B41FA5}">
                      <a16:colId xmlns:a16="http://schemas.microsoft.com/office/drawing/2014/main" val="20000"/>
                    </a:ext>
                  </a:extLst>
                </a:gridCol>
                <a:gridCol w="870832">
                  <a:extLst>
                    <a:ext uri="{9D8B030D-6E8A-4147-A177-3AD203B41FA5}">
                      <a16:colId xmlns:a16="http://schemas.microsoft.com/office/drawing/2014/main" val="20001"/>
                    </a:ext>
                  </a:extLst>
                </a:gridCol>
                <a:gridCol w="842456">
                  <a:extLst>
                    <a:ext uri="{9D8B030D-6E8A-4147-A177-3AD203B41FA5}">
                      <a16:colId xmlns:a16="http://schemas.microsoft.com/office/drawing/2014/main" val="20002"/>
                    </a:ext>
                  </a:extLst>
                </a:gridCol>
                <a:gridCol w="937091">
                  <a:extLst>
                    <a:ext uri="{9D8B030D-6E8A-4147-A177-3AD203B41FA5}">
                      <a16:colId xmlns:a16="http://schemas.microsoft.com/office/drawing/2014/main" val="2937129699"/>
                    </a:ext>
                  </a:extLst>
                </a:gridCol>
                <a:gridCol w="981190">
                  <a:extLst>
                    <a:ext uri="{9D8B030D-6E8A-4147-A177-3AD203B41FA5}">
                      <a16:colId xmlns:a16="http://schemas.microsoft.com/office/drawing/2014/main" val="20004"/>
                    </a:ext>
                  </a:extLst>
                </a:gridCol>
                <a:gridCol w="1014265">
                  <a:extLst>
                    <a:ext uri="{9D8B030D-6E8A-4147-A177-3AD203B41FA5}">
                      <a16:colId xmlns:a16="http://schemas.microsoft.com/office/drawing/2014/main" val="3671297273"/>
                    </a:ext>
                  </a:extLst>
                </a:gridCol>
                <a:gridCol w="992214">
                  <a:extLst>
                    <a:ext uri="{9D8B030D-6E8A-4147-A177-3AD203B41FA5}">
                      <a16:colId xmlns:a16="http://schemas.microsoft.com/office/drawing/2014/main" val="20005"/>
                    </a:ext>
                  </a:extLst>
                </a:gridCol>
                <a:gridCol w="3059275">
                  <a:extLst>
                    <a:ext uri="{9D8B030D-6E8A-4147-A177-3AD203B41FA5}">
                      <a16:colId xmlns:a16="http://schemas.microsoft.com/office/drawing/2014/main" val="20006"/>
                    </a:ext>
                  </a:extLst>
                </a:gridCol>
              </a:tblGrid>
              <a:tr h="3284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tx1"/>
                          </a:solidFill>
                          <a:effectLst/>
                          <a:latin typeface="+mn-lt"/>
                          <a:cs typeface="Arial"/>
                        </a:rPr>
                        <a:t>Option</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tx1"/>
                          </a:solidFill>
                          <a:effectLst/>
                          <a:latin typeface="+mn-lt"/>
                          <a:cs typeface="Arial" pitchFamily="34" charset="0"/>
                        </a:rPr>
                        <a:t>Name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 xml:space="preserve">Cost </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Security Risk</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Ops Support Fit</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Delivery Confidence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Time to Deliver</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Architecture Fit</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Key Characteristics</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000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1</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100"/>
                        <a:t>Direct Extract from Production</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R</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rgbClr val="333333"/>
                          </a:solidFill>
                          <a:effectLst/>
                          <a:latin typeface="+mn-lt"/>
                          <a:cs typeface="Arial"/>
                        </a:rPr>
                        <a:t xml:space="preserve">A</a:t>
                      </a: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050"/>
                        <a:t>Direct connection to live production; fastest and cheapest, but adds query load to a fragile estate Computacenter may not warrant.</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2</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100"/>
                        <a:t>Backup Restore to Oracle PaaS in Azure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050"/>
                        <a:t>Reuses existing backups; zero additional production load; meets daily freshness; rehearses the Azure migration and seeds the decommission archive.</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3</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r>
                        <a:rPr lang="en-GB" sz="1100"/>
                        <a:t>Continuous Replication to Azure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R</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R</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r>
                        <a:rPr lang="en-GB" sz="1050"/>
                        <a:t>Near-real-time replica; far exceeds the daily requirement; highest cost and longest lead time for a capability retired at cutover.</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977926"/>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4</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r>
                        <a:rPr lang="en-GB" sz="1100"/>
                        <a:t>Defer Until Azure Migration</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G</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333333"/>
                          </a:solidFill>
                        </a:rPr>
                        <a:t>A</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R</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sz="1000" b="1">
                          <a:solidFill>
                            <a:srgbClr val="FFFFFF"/>
                          </a:solidFill>
                        </a:rPr>
                        <a:t>R</a:t>
                      </a:r>
                      <a:endParaRPr kumimoji="0" lang="en-US" sz="1050" b="0" i="0" u="none" strike="noStrike" cap="none" normalizeH="0" baseline="0">
                        <a:ln>
                          <a:noFill/>
                        </a:ln>
                        <a:solidFill>
                          <a:schemeClr val="tx1"/>
                        </a:solidFill>
                        <a:effectLst/>
                        <a:latin typeface="+mn-lt"/>
                        <a:cs typeface="Arial" pitchFamily="34" charset="0"/>
                      </a:endParaRPr>
                    </a:p>
                  </a:txBody>
                  <a:tcPr horzOverflow="overflow"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r>
                        <a:rPr lang="en-GB" sz="1050"/>
                        <a:t>Zero risk and zero cost now, but no data until after November 2026 and hostage to migration slippage.</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8560770"/>
                  </a:ext>
                </a:extLst>
              </a:tr>
            </a:tbl>
          </a:graphicData>
        </a:graphic>
      </p:graphicFrame>
      <p:sp>
        <p:nvSpPr>
          <p:cNvPr id="3" name="TextBox 2">
            <a:extLst>
              <a:ext uri="{FF2B5EF4-FFF2-40B4-BE49-F238E27FC236}">
                <a16:creationId xmlns:a16="http://schemas.microsoft.com/office/drawing/2014/main" id="{2A366C81-86C1-CB71-E11D-4848C79142E6}"/>
              </a:ext>
            </a:extLst>
          </p:cNvPr>
          <p:cNvSpPr txBox="1"/>
          <p:nvPr/>
        </p:nvSpPr>
        <p:spPr>
          <a:xfrm>
            <a:off x="536879" y="4250000"/>
            <a:ext cx="11248721" cy="892552"/>
          </a:xfrm>
          <a:prstGeom prst="rect">
            <a:avLst/>
          </a:prstGeom>
          <a:noFill/>
        </p:spPr>
        <p:txBody>
          <a:bodyPr wrap="square" rtlCol="0">
            <a:spAutoFit/>
          </a:bodyPr>
          <a:lstStyle/>
          <a:p>
            <a:r>
              <a:rPr lang="en-GB" sz="1400" b="1"/>
              <a:t>Recommendation: Option 2 – Backup Restore to Oracle PaaS in Azure</a:t>
            </a:r>
            <a:r>
              <a:rPr lang="en-GB" altLang="en-US" sz="1400" b="1">
                <a:latin typeface="Arial" panose="020B0604020202020204" pitchFamily="34" charset="0"/>
                <a:cs typeface="Arial" panose="020B0604020202020204" pitchFamily="34" charset="0"/>
              </a:rPr>
              <a:t/>
            </a:r>
          </a:p>
          <a:p>
            <a:br>
              <a:rPr lang="en-GB" sz="1400"/>
            </a:br>
            <a:r>
              <a:rPr lang="en-GB" sz="1200"/>
              <a:t>It is the only option that meets the daily data need with zero additional load on the fragile production estate, keeps the data inside CQC's Azure tenancy, and de-risks the November 2026 migration by proving the backup/restore path while seeding the decommission archive.</a:t>
            </a:r>
            <a:endParaRPr lang="en-GB" sz="1400"/>
          </a:p>
        </p:txBody>
      </p:sp>
    </p:spTree>
    <p:extLst>
      <p:ext uri="{BB962C8B-B14F-4D97-AF65-F5344CB8AC3E}">
        <p14:creationId xmlns:p14="http://schemas.microsoft.com/office/powerpoint/2010/main" val="373007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AFA03-FAF9-B690-DE23-DD56ECD4DFB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708B085-3F1A-3E25-C1B0-DE15827D85C4}"/>
              </a:ext>
            </a:extLst>
          </p:cNvPr>
          <p:cNvSpPr txBox="1"/>
          <p:nvPr/>
        </p:nvSpPr>
        <p:spPr>
          <a:xfrm>
            <a:off x="627802" y="1351326"/>
            <a:ext cx="11157798"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Fabric pipelines connect a read-only account directly to the Computacenter-hosted production Oracle database and run scheduled overnight extracts.</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EBBF2F3D-4E75-F7A1-0201-A59CC7CE981A}"/>
              </a:ext>
            </a:extLst>
          </p:cNvPr>
          <p:cNvSpPr>
            <a:spLocks noGrp="1"/>
          </p:cNvSpPr>
          <p:nvPr>
            <p:ph type="title"/>
          </p:nvPr>
        </p:nvSpPr>
        <p:spPr>
          <a:xfrm>
            <a:off x="627802" y="213644"/>
            <a:ext cx="9022079" cy="906463"/>
          </a:xfrm>
        </p:spPr>
        <p:txBody>
          <a:bodyPr/>
          <a:lstStyle/>
          <a:p>
            <a:r>
              <a:rPr lang="en-US" sz="2000" dirty="0">
                <a:cs typeface="Arial"/>
              </a:rPr>
              <a:t>Option 1 – Direct Extract from Production</a:t>
            </a:r>
            <a:endParaRPr lang="en-GB" dirty="0"/>
          </a:p>
        </p:txBody>
      </p:sp>
      <p:sp>
        <p:nvSpPr>
          <p:cNvPr id="4" name="Slide Number Placeholder 3">
            <a:extLst>
              <a:ext uri="{FF2B5EF4-FFF2-40B4-BE49-F238E27FC236}">
                <a16:creationId xmlns:a16="http://schemas.microsoft.com/office/drawing/2014/main" id="{D39700BC-943A-110B-68F3-34ADCB7015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D208D353-8658-CF04-74BD-86E63A563793}"/>
              </a:ext>
            </a:extLst>
          </p:cNvPr>
          <p:cNvGraphicFramePr>
            <a:graphicFrameLocks noGrp="1"/>
          </p:cNvGraphicFramePr>
          <p:nvPr>
            <p:extLst>
              <p:ext uri="{D42A27DB-BD31-4B8C-83A1-F6EECF244321}">
                <p14:modId xmlns:p14="http://schemas.microsoft.com/office/powerpoint/2010/main" val="2450996126"/>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563382">
                  <a:extLst>
                    <a:ext uri="{9D8B030D-6E8A-4147-A177-3AD203B41FA5}">
                      <a16:colId xmlns:a16="http://schemas.microsoft.com/office/drawing/2014/main" val="20001"/>
                    </a:ext>
                  </a:extLst>
                </a:gridCol>
                <a:gridCol w="3306617">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Lowest build cost – no new infrastructure; native Fabric Oracle connectivity.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Computacenter change request for network access; possible charges if production impact is investigated.</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Read-only service account over a scoped, private network path.</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New external connection direct into production; production credentials held outside the Computacenter boundary.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Nothing new to host or operate.</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sz="1000"/>
                        <a:t>Extract load lands on aging hardware already at risk of failure; contends with overnight batch and backup windows; Computacenter may not warrant it.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Well-understood pattern, quick to prove technically.</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Dependent on Computacenter network changes; extracts may be throttled or stopped if production is impacted.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Fastest option – weeks once connectivity is agreed.</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Simple; no intermediate data copies.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sz="1000"/>
                        <a:t>Couples the data platform directly to a system being migrated and decommissioned; pattern is discarded at cutover.</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9FFA04CF-2BFB-3268-C154-52F2E3729D58}"/>
              </a:ext>
            </a:extLst>
          </p:cNvPr>
          <p:cNvSpPr>
            <a:spLocks noChangeArrowheads="1"/>
          </p:cNvSpPr>
          <p:nvPr/>
        </p:nvSpPr>
        <p:spPr bwMode="auto">
          <a:xfrm>
            <a:off x="2426050" y="2539041"/>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15114837-3902-7C92-F901-6A6D4C03ECEE}"/>
              </a:ext>
            </a:extLst>
          </p:cNvPr>
          <p:cNvSpPr>
            <a:spLocks noChangeArrowheads="1"/>
          </p:cNvSpPr>
          <p:nvPr/>
        </p:nvSpPr>
        <p:spPr bwMode="auto">
          <a:xfrm>
            <a:off x="2426050" y="3198786"/>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10D8F748-C4EE-0364-3340-9B0407A80091}"/>
              </a:ext>
            </a:extLst>
          </p:cNvPr>
          <p:cNvSpPr>
            <a:spLocks noChangeArrowheads="1"/>
          </p:cNvSpPr>
          <p:nvPr/>
        </p:nvSpPr>
        <p:spPr bwMode="auto">
          <a:xfrm>
            <a:off x="2426050" y="3858531"/>
            <a:ext cx="271450" cy="274638"/>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64D5CA5F-191D-777A-67C2-43B7A87A7C59}"/>
              </a:ext>
            </a:extLst>
          </p:cNvPr>
          <p:cNvSpPr>
            <a:spLocks noChangeArrowheads="1"/>
          </p:cNvSpPr>
          <p:nvPr/>
        </p:nvSpPr>
        <p:spPr bwMode="auto">
          <a:xfrm>
            <a:off x="2426050" y="440941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B730DFDC-AF99-81D4-849D-39DE42821ADE}"/>
              </a:ext>
            </a:extLst>
          </p:cNvPr>
          <p:cNvSpPr>
            <a:spLocks noChangeArrowheads="1"/>
          </p:cNvSpPr>
          <p:nvPr/>
        </p:nvSpPr>
        <p:spPr bwMode="auto">
          <a:xfrm>
            <a:off x="2426050" y="4877413"/>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D01D4F5E-7BF8-03B9-3663-E19DB0B42238}"/>
              </a:ext>
            </a:extLst>
          </p:cNvPr>
          <p:cNvSpPr>
            <a:spLocks noChangeArrowheads="1"/>
          </p:cNvSpPr>
          <p:nvPr/>
        </p:nvSpPr>
        <p:spPr bwMode="auto">
          <a:xfrm>
            <a:off x="2426050" y="5429785"/>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3025093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AE5C-9F45-1B26-C41F-4B54B96BE7C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EF8C9C-C5E4-8B21-EC9D-D32AEBFC8725}"/>
              </a:ext>
            </a:extLst>
          </p:cNvPr>
          <p:cNvSpPr txBox="1"/>
          <p:nvPr/>
        </p:nvSpPr>
        <p:spPr>
          <a:xfrm>
            <a:off x="539475" y="1274127"/>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Computacenter's existing daily backups are restored to an Oracle PaaS database in Azure; Fabric extracts from the restored copy – zero additional load on production.</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9C454034-9F28-1397-1298-FB611DE27529}"/>
              </a:ext>
            </a:extLst>
          </p:cNvPr>
          <p:cNvSpPr>
            <a:spLocks noGrp="1"/>
          </p:cNvSpPr>
          <p:nvPr>
            <p:ph type="title"/>
          </p:nvPr>
        </p:nvSpPr>
        <p:spPr>
          <a:xfrm>
            <a:off x="627802" y="213644"/>
            <a:ext cx="9022079" cy="906463"/>
          </a:xfrm>
        </p:spPr>
        <p:txBody>
          <a:bodyPr/>
          <a:lstStyle/>
          <a:p>
            <a:r>
              <a:rPr lang="en-US" sz="2000" dirty="0">
                <a:cs typeface="Arial"/>
              </a:rPr>
              <a:t>Option 2 – Backup Restore to Oracle PaaS in Azure</a:t>
            </a:r>
            <a:endParaRPr lang="en-GB" dirty="0"/>
          </a:p>
        </p:txBody>
      </p:sp>
      <p:sp>
        <p:nvSpPr>
          <p:cNvPr id="4" name="Slide Number Placeholder 3">
            <a:extLst>
              <a:ext uri="{FF2B5EF4-FFF2-40B4-BE49-F238E27FC236}">
                <a16:creationId xmlns:a16="http://schemas.microsoft.com/office/drawing/2014/main" id="{08909567-40C4-0230-306E-C695C54C51A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8AEE2796-FDA1-C7E2-4C77-12550670B4DA}"/>
              </a:ext>
            </a:extLst>
          </p:cNvPr>
          <p:cNvGraphicFramePr>
            <a:graphicFrameLocks noGrp="1"/>
          </p:cNvGraphicFramePr>
          <p:nvPr>
            <p:extLst>
              <p:ext uri="{D42A27DB-BD31-4B8C-83A1-F6EECF244321}">
                <p14:modId xmlns:p14="http://schemas.microsoft.com/office/powerpoint/2010/main" val="2017930168"/>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load-related Computacenter charges; PaaS spend stops or converts at migration.</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Oracle PaaS run costs plus restore-automation effort for ~16 months.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access path into production; data governed in CQC's Azure tenancy with native access control and auditing.</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 full production dataset is copied – DPIA and hardening of the restore target required.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Reuses backup artefacts Computacenter already produces; operated with the Azure skills being built for the migration.</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sz="1000"/>
                        <a:t>A daily restore pipeline must be run and monitored; a failed restore delays data by a day.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Restore-from-backup is a proven option already acknowledged by Computacenter; independent of production stability.</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Backup transfer and restore automation must be engineered and tested.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dependency on complex replication tooling.</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sz="1000"/>
                        <a:t>Weeks to stand up the PaaS target and automation before first data lands.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Aligns with Azure strategy; rehearses the migration restore path daily; the copy can seed the decommission archive.</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Interim asset that must be reviewed at migration cutover.</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5BE58A41-9463-3D31-F482-8723D902BC36}"/>
              </a:ext>
            </a:extLst>
          </p:cNvPr>
          <p:cNvSpPr>
            <a:spLocks noChangeArrowheads="1"/>
          </p:cNvSpPr>
          <p:nvPr/>
        </p:nvSpPr>
        <p:spPr bwMode="auto">
          <a:xfrm>
            <a:off x="2479058" y="259427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AC9C1744-0269-4E91-CB1D-996A377AB4A1}"/>
              </a:ext>
            </a:extLst>
          </p:cNvPr>
          <p:cNvSpPr>
            <a:spLocks noChangeArrowheads="1"/>
          </p:cNvSpPr>
          <p:nvPr/>
        </p:nvSpPr>
        <p:spPr bwMode="auto">
          <a:xfrm>
            <a:off x="2479058" y="3191546"/>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6540FE5C-B24D-EE6C-A141-8ACBF54218F2}"/>
              </a:ext>
            </a:extLst>
          </p:cNvPr>
          <p:cNvSpPr>
            <a:spLocks noChangeArrowheads="1"/>
          </p:cNvSpPr>
          <p:nvPr/>
        </p:nvSpPr>
        <p:spPr bwMode="auto">
          <a:xfrm>
            <a:off x="2479058" y="3851768"/>
            <a:ext cx="271450" cy="274638"/>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15AD0500-C71B-C336-B146-7B247BCC2D0A}"/>
              </a:ext>
            </a:extLst>
          </p:cNvPr>
          <p:cNvSpPr>
            <a:spLocks noChangeArrowheads="1"/>
          </p:cNvSpPr>
          <p:nvPr/>
        </p:nvSpPr>
        <p:spPr bwMode="auto">
          <a:xfrm>
            <a:off x="2479058" y="4404141"/>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A4E9AE12-1FDE-19A1-B561-EAD26715F846}"/>
              </a:ext>
            </a:extLst>
          </p:cNvPr>
          <p:cNvSpPr>
            <a:spLocks noChangeArrowheads="1"/>
          </p:cNvSpPr>
          <p:nvPr/>
        </p:nvSpPr>
        <p:spPr bwMode="auto">
          <a:xfrm>
            <a:off x="2469911" y="4863000"/>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0B7E1A21-C683-A3A9-87B8-1C1C2426C930}"/>
              </a:ext>
            </a:extLst>
          </p:cNvPr>
          <p:cNvSpPr>
            <a:spLocks noChangeArrowheads="1"/>
          </p:cNvSpPr>
          <p:nvPr/>
        </p:nvSpPr>
        <p:spPr bwMode="auto">
          <a:xfrm>
            <a:off x="2469911" y="5420979"/>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243328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92E1-F833-5BB2-0819-32336F1FC10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1F4CE58-7EB0-BB60-0021-9B98C63C9C58}"/>
              </a:ext>
            </a:extLst>
          </p:cNvPr>
          <p:cNvSpPr txBox="1"/>
          <p:nvPr/>
        </p:nvSpPr>
        <p:spPr>
          <a:xfrm>
            <a:off x="543854" y="1409886"/>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A continuously synchronised replica of production is maintained in Azure using Oracle replication tooling (GoldenGate / Data Guard); Fabric extracts from the replica.</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1F3FD200-DF29-C72B-1D07-AB2BBB0485FF}"/>
              </a:ext>
            </a:extLst>
          </p:cNvPr>
          <p:cNvSpPr>
            <a:spLocks noGrp="1"/>
          </p:cNvSpPr>
          <p:nvPr>
            <p:ph type="title"/>
          </p:nvPr>
        </p:nvSpPr>
        <p:spPr>
          <a:xfrm>
            <a:off x="627803" y="213644"/>
            <a:ext cx="8896094" cy="906463"/>
          </a:xfrm>
        </p:spPr>
        <p:txBody>
          <a:bodyPr/>
          <a:lstStyle/>
          <a:p>
            <a:r>
              <a:rPr lang="en-US" dirty="0">
                <a:cs typeface="Arial"/>
              </a:rPr>
              <a:t xml:space="preserve">Option 3 – </a:t>
            </a:r>
            <a:r>
              <a:rPr lang="en-GB" altLang="en-US" dirty="0">
                <a:cs typeface="Arial"/>
              </a:rPr>
              <a:t>Continuous Replication to Azure</a:t>
            </a:r>
            <a:endParaRPr lang="en-GB" dirty="0">
              <a:cs typeface="Arial"/>
            </a:endParaRPr>
          </a:p>
        </p:txBody>
      </p:sp>
      <p:sp>
        <p:nvSpPr>
          <p:cNvPr id="4" name="Slide Number Placeholder 3">
            <a:extLst>
              <a:ext uri="{FF2B5EF4-FFF2-40B4-BE49-F238E27FC236}">
                <a16:creationId xmlns:a16="http://schemas.microsoft.com/office/drawing/2014/main" id="{38C43350-CB15-D96A-BBEA-6C4C651BF4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DB377E20-04D0-5AEC-A66A-F30B7014A7A1}"/>
              </a:ext>
            </a:extLst>
          </p:cNvPr>
          <p:cNvGraphicFramePr>
            <a:graphicFrameLocks noGrp="1"/>
          </p:cNvGraphicFramePr>
          <p:nvPr>
            <p:extLst>
              <p:ext uri="{D42A27DB-BD31-4B8C-83A1-F6EECF244321}">
                <p14:modId xmlns:p14="http://schemas.microsoft.com/office/powerpoint/2010/main" val="2143236381"/>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Replica could also offload other reporting workloads.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rtl="0" eaLnBrk="1" fontAlgn="base" latinLnBrk="0" hangingPunct="1">
                        <a:lnSpc>
                          <a:spcPct val="85000"/>
                        </a:lnSpc>
                        <a:spcBef>
                          <a:spcPct val="0"/>
                        </a:spcBef>
                        <a:spcAft>
                          <a:spcPct val="0"/>
                        </a:spcAft>
                        <a:buClrTx/>
                        <a:buSzTx/>
                        <a:buFontTx/>
                        <a:buChar char="•"/>
                      </a:pPr>
                      <a:r>
                        <a:rPr sz="1000"/>
                        <a:t>Replication licensing, Computacenter implementation charges and PaaS costs for a capability retired in 2026.</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rtl="0" eaLnBrk="1" fontAlgn="base" latinLnBrk="0" hangingPunct="1">
                        <a:lnSpc>
                          <a:spcPct val="85000"/>
                        </a:lnSpc>
                        <a:spcBef>
                          <a:spcPct val="0"/>
                        </a:spcBef>
                        <a:spcAft>
                          <a:spcPct val="0"/>
                        </a:spcAft>
                        <a:buClrTx/>
                        <a:buSzTx/>
                        <a:buFont typeface="Arial"/>
                        <a:buChar char="•"/>
                      </a:pPr>
                      <a:r>
                        <a:rPr sz="1000"/>
                        <a:t>Extract workload fully isolated from production.</a:t>
                      </a:r>
                      <a:endParaRPr kumimoji="0" lang="en-GB" altLang="en-US" sz="1050" b="0" i="0" u="none" strike="noStrike" kern="1200"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Persistent replication channel from production into Azure; Computacenter-side agents and network changes to secure.</a:t>
                      </a:r>
                      <a:endParaRPr lang="en-GB" altLang="en-US" sz="1100" b="0" i="0" u="none" strike="noStrike" kern="1200" cap="none" normalizeH="0" baseline="0" dirty="0">
                        <a:ln>
                          <a:noFill/>
                        </a:ln>
                        <a:solidFill>
                          <a:schemeClr val="tx1"/>
                        </a:solidFill>
                        <a:effectLst/>
                        <a:latin typeface="Arial"/>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Mature, widely used Oracle tooling.</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sz="1000"/>
                        <a:t>A new replication stack to monitor; replication lag or breakage becomes a failure mode nobody currently supports.</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Well-documented Oracle patterns.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Requires installing and configuring components on the fragile production estate via Computacenter; highest complexity.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a:cs typeface="Arial"/>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sz="1000"/>
                        <a:t>–</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Longest lead time – Computacenter contract change, licences, design and build likely take months.</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a:cs typeface="Arial"/>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rtl="0" eaLnBrk="1" fontAlgn="base" latinLnBrk="0" hangingPunct="1">
                        <a:lnSpc>
                          <a:spcPct val="85000"/>
                        </a:lnSpc>
                        <a:spcBef>
                          <a:spcPct val="0"/>
                        </a:spcBef>
                        <a:spcAft>
                          <a:spcPct val="0"/>
                        </a:spcAft>
                        <a:buClrTx/>
                        <a:buSzTx/>
                        <a:buFontTx/>
                        <a:buChar char="•"/>
                      </a:pPr>
                      <a:r>
                        <a:rPr sz="1000"/>
                        <a:t>Would support near-real-time needs if they emerge.</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sz="1000"/>
                        <a:t>Significantly exceeds the daily-freshness requirement; throwaway at migration.</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78FB7E87-8DC3-14C0-9F42-CC27E3698D45}"/>
              </a:ext>
            </a:extLst>
          </p:cNvPr>
          <p:cNvSpPr>
            <a:spLocks noChangeArrowheads="1"/>
          </p:cNvSpPr>
          <p:nvPr/>
        </p:nvSpPr>
        <p:spPr bwMode="auto">
          <a:xfrm>
            <a:off x="2479058" y="2594277"/>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6CC2357A-68FA-2FF8-F708-18F70296A38C}"/>
              </a:ext>
            </a:extLst>
          </p:cNvPr>
          <p:cNvSpPr>
            <a:spLocks noChangeArrowheads="1"/>
          </p:cNvSpPr>
          <p:nvPr/>
        </p:nvSpPr>
        <p:spPr bwMode="auto">
          <a:xfrm>
            <a:off x="2479058" y="3191546"/>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FDC10B99-D80B-3922-6629-527AB34AFE94}"/>
              </a:ext>
            </a:extLst>
          </p:cNvPr>
          <p:cNvSpPr>
            <a:spLocks noChangeArrowheads="1"/>
          </p:cNvSpPr>
          <p:nvPr/>
        </p:nvSpPr>
        <p:spPr bwMode="auto">
          <a:xfrm>
            <a:off x="2479058" y="3851768"/>
            <a:ext cx="271450" cy="274638"/>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4CD976D2-3EA3-A1B0-00F9-5139727311EF}"/>
              </a:ext>
            </a:extLst>
          </p:cNvPr>
          <p:cNvSpPr>
            <a:spLocks noChangeArrowheads="1"/>
          </p:cNvSpPr>
          <p:nvPr/>
        </p:nvSpPr>
        <p:spPr bwMode="auto">
          <a:xfrm>
            <a:off x="2479058" y="4404141"/>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8BDEDD66-BA9B-BFEC-1FB0-35705DA150FD}"/>
              </a:ext>
            </a:extLst>
          </p:cNvPr>
          <p:cNvSpPr>
            <a:spLocks noChangeArrowheads="1"/>
          </p:cNvSpPr>
          <p:nvPr/>
        </p:nvSpPr>
        <p:spPr bwMode="auto">
          <a:xfrm>
            <a:off x="2469911" y="4880668"/>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411A2504-0346-612D-C2C7-14DDDB810E1B}"/>
              </a:ext>
            </a:extLst>
          </p:cNvPr>
          <p:cNvSpPr>
            <a:spLocks noChangeArrowheads="1"/>
          </p:cNvSpPr>
          <p:nvPr/>
        </p:nvSpPr>
        <p:spPr bwMode="auto">
          <a:xfrm>
            <a:off x="2469911" y="5420979"/>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3848075084"/>
      </p:ext>
    </p:extLst>
  </p:cSld>
  <p:clrMapOvr>
    <a:masterClrMapping/>
  </p:clrMapOvr>
  <p:extLst>
    <p:ext uri="{6950BFC3-D8DA-4A85-94F7-54DA5524770B}"/>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8555-DD49-A656-FA46-E90DB716BF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901ACE9-ACB5-4325-96CC-121E6EFD24CC}"/>
              </a:ext>
            </a:extLst>
          </p:cNvPr>
          <p:cNvSpPr txBox="1"/>
          <p:nvPr/>
        </p:nvSpPr>
        <p:spPr>
          <a:xfrm>
            <a:off x="539475" y="1274127"/>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Make no change now; integrate with Siebel data only after production has migrated to Azure in November 2026.</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FC298585-7003-92B8-D630-6A33A7C057E2}"/>
              </a:ext>
            </a:extLst>
          </p:cNvPr>
          <p:cNvSpPr>
            <a:spLocks noGrp="1"/>
          </p:cNvSpPr>
          <p:nvPr>
            <p:ph type="title"/>
          </p:nvPr>
        </p:nvSpPr>
        <p:spPr>
          <a:xfrm>
            <a:off x="627802" y="213644"/>
            <a:ext cx="8962512" cy="906463"/>
          </a:xfrm>
        </p:spPr>
        <p:txBody>
          <a:bodyPr/>
          <a:lstStyle/>
          <a:p>
            <a:r>
              <a:rPr lang="en-US" sz="2000" dirty="0">
                <a:cs typeface="Arial"/>
              </a:rPr>
              <a:t>Option 4 – Defer Until Azure Migration</a:t>
            </a:r>
            <a:endParaRPr lang="en-GB" dirty="0"/>
          </a:p>
        </p:txBody>
      </p:sp>
      <p:sp>
        <p:nvSpPr>
          <p:cNvPr id="4" name="Slide Number Placeholder 3">
            <a:extLst>
              <a:ext uri="{FF2B5EF4-FFF2-40B4-BE49-F238E27FC236}">
                <a16:creationId xmlns:a16="http://schemas.microsoft.com/office/drawing/2014/main" id="{B3675F23-BFC4-BB4F-476E-86271C57CD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671C1740-908C-44BD-1148-F623AD9D3A81}"/>
              </a:ext>
            </a:extLst>
          </p:cNvPr>
          <p:cNvGraphicFramePr>
            <a:graphicFrameLocks noGrp="1"/>
          </p:cNvGraphicFramePr>
          <p:nvPr>
            <p:extLst>
              <p:ext uri="{D42A27DB-BD31-4B8C-83A1-F6EECF244321}">
                <p14:modId xmlns:p14="http://schemas.microsoft.com/office/powerpoint/2010/main" val="567034848"/>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spend before migration.</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Cost of delay – integration and decommission-preparation work stacks up after cutover.</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access paths or data copies.</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operational burden.</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sz="1000"/>
                        <a: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Nothing to deliver.</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Wholly dependent on a migration date that may slip; no fallback if it does.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Siebel data in the platform for 16+ months.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Avoids interim assets.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Blocks the data platform and integration roadmap; loses the daily migration rehearsal; leaves decommission preparation to the last minute.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B6A3A9E1-8256-149A-6230-EB5DD43E158D}"/>
              </a:ext>
            </a:extLst>
          </p:cNvPr>
          <p:cNvSpPr>
            <a:spLocks noChangeArrowheads="1"/>
          </p:cNvSpPr>
          <p:nvPr/>
        </p:nvSpPr>
        <p:spPr bwMode="auto">
          <a:xfrm>
            <a:off x="2426050" y="2489548"/>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7B875E1B-95CB-1F6F-FCDE-64E9B29270DC}"/>
              </a:ext>
            </a:extLst>
          </p:cNvPr>
          <p:cNvSpPr>
            <a:spLocks noChangeArrowheads="1"/>
          </p:cNvSpPr>
          <p:nvPr/>
        </p:nvSpPr>
        <p:spPr bwMode="auto">
          <a:xfrm>
            <a:off x="2426050" y="3198786"/>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9006E466-0171-6E93-F0B1-2D29CDC91EA5}"/>
              </a:ext>
            </a:extLst>
          </p:cNvPr>
          <p:cNvSpPr>
            <a:spLocks noChangeArrowheads="1"/>
          </p:cNvSpPr>
          <p:nvPr/>
        </p:nvSpPr>
        <p:spPr bwMode="auto">
          <a:xfrm>
            <a:off x="2426050" y="3858531"/>
            <a:ext cx="271450" cy="274638"/>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383BF667-26A2-C579-403B-D262083F55B2}"/>
              </a:ext>
            </a:extLst>
          </p:cNvPr>
          <p:cNvSpPr>
            <a:spLocks noChangeArrowheads="1"/>
          </p:cNvSpPr>
          <p:nvPr/>
        </p:nvSpPr>
        <p:spPr bwMode="auto">
          <a:xfrm>
            <a:off x="2426050" y="440941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216F6F7A-10B4-EFD9-C26F-FED07AA567E1}"/>
              </a:ext>
            </a:extLst>
          </p:cNvPr>
          <p:cNvSpPr>
            <a:spLocks noChangeArrowheads="1"/>
          </p:cNvSpPr>
          <p:nvPr/>
        </p:nvSpPr>
        <p:spPr bwMode="auto">
          <a:xfrm>
            <a:off x="2426050" y="4877413"/>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2B733991-CA82-9273-74E9-9EC7691A6AD8}"/>
              </a:ext>
            </a:extLst>
          </p:cNvPr>
          <p:cNvSpPr>
            <a:spLocks noChangeArrowheads="1"/>
          </p:cNvSpPr>
          <p:nvPr/>
        </p:nvSpPr>
        <p:spPr bwMode="auto">
          <a:xfrm>
            <a:off x="2426050" y="5429785"/>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296889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07A7C-281E-0BF7-FA0D-00541A7EE136}"/>
              </a:ext>
            </a:extLst>
          </p:cNvPr>
          <p:cNvSpPr>
            <a:spLocks noGrp="1"/>
          </p:cNvSpPr>
          <p:nvPr>
            <p:ph type="title"/>
          </p:nvPr>
        </p:nvSpPr>
        <p:spPr/>
        <p:txBody>
          <a:bodyPr/>
          <a:lstStyle/>
          <a:p>
            <a:r>
              <a:rPr lang="en-GB"/>
              <a:t>Next Steps</a:t>
            </a:r>
          </a:p>
        </p:txBody>
      </p:sp>
      <p:sp>
        <p:nvSpPr>
          <p:cNvPr id="3" name="Content Placeholder 2">
            <a:extLst>
              <a:ext uri="{FF2B5EF4-FFF2-40B4-BE49-F238E27FC236}">
                <a16:creationId xmlns:a16="http://schemas.microsoft.com/office/drawing/2014/main" id="{999465E1-FD45-F61F-B0C4-9DF6129816E5}"/>
              </a:ext>
            </a:extLst>
          </p:cNvPr>
          <p:cNvSpPr>
            <a:spLocks noGrp="1"/>
          </p:cNvSpPr>
          <p:nvPr>
            <p:ph idx="1"/>
          </p:nvPr>
        </p:nvSpPr>
        <p:spPr>
          <a:xfrm>
            <a:off x="538480" y="1260000"/>
            <a:ext cx="11104880" cy="4318000"/>
          </a:xfrm>
        </p:spPr>
        <p:txBody>
          <a:bodyPr/>
          <a:lstStyle/>
          <a:p>
            <a:pPr marL="0" indent="0"/>
            <a:endParaRPr lang="en-GB" dirty="0"/>
          </a:p>
          <a:p>
            <a:pPr>
              <a:buFont typeface="Arial" panose="020B0604020202020204" pitchFamily="34" charset="0"/>
              <a:buChar char="•"/>
            </a:pPr>
            <a:r>
              <a:rPr lang="en-GB" dirty="0"/>
              <a:t>ARB decision on the recommended option – Architecture Review Board – July 2026.</a:t>
            </a:r>
          </a:p>
          <a:p>
            <a:pPr>
              <a:buFont typeface="Arial" panose="020B0604020202020204" pitchFamily="34" charset="0"/>
              <a:buChar char="•"/>
            </a:pPr>
            <a:r>
              <a:rPr lang="en-GB" dirty="0"/>
              <a:t>Confirm backup transfer mechanism, restore cadence and costs with Computacenter – Solutions Architect – within 2 weeks of approval.</a:t>
            </a:r>
          </a:p>
          <a:p>
            <a:pPr>
              <a:buFont typeface="Arial" panose="020B0604020202020204" pitchFamily="34" charset="0"/>
              <a:buChar char="•"/>
            </a:pPr>
            <a:r>
              <a:rPr lang="en-GB" dirty="0"/>
              <a:t>Stand up the Oracle PaaS target in the Azure landing zone and automate the daily restore – Engineering – 6–8 weeks.</a:t>
            </a:r>
          </a:p>
          <a:p>
            <a:pPr>
              <a:buFont typeface="Arial" panose="020B0604020202020204" pitchFamily="34" charset="0"/>
              <a:buChar char="•"/>
            </a:pPr>
            <a:r>
              <a:rPr lang="en-GB" dirty="0"/>
              <a:t>Build Fabric ingestion pipelines from the restored copy into OneLake – Data Platform team – in parallel with restore automation.</a:t>
            </a:r>
          </a:p>
          <a:p>
            <a:pPr>
              <a:buFont typeface="Arial" panose="020B0604020202020204" pitchFamily="34" charset="0"/>
              <a:buChar char="•"/>
            </a:pPr>
            <a:r>
              <a:rPr lang="en-GB" dirty="0"/>
              <a:t>Complete DPIA and security assessment for Siebel data held in Azure – Information Governance / Security – before first production restore.</a:t>
            </a:r>
          </a:p>
          <a:p>
            <a:pPr>
              <a:buFont typeface="Arial" panose="020B0604020202020204" pitchFamily="34" charset="0"/>
              <a:buChar char="•"/>
            </a:pPr>
            <a:r>
              <a:rPr lang="en-GB" dirty="0"/>
              <a:t>Review the pattern at Azure migration cutover (November 2026): repoint pipelines to the migrated database and retire or retain the restored copy as the decommission archive – Architecture.</a:t>
            </a:r>
          </a:p>
          <a:p>
            <a:pPr marL="0" indent="0"/>
            <a:endParaRPr lang="en-GB" dirty="0"/>
          </a:p>
        </p:txBody>
      </p:sp>
      <p:sp>
        <p:nvSpPr>
          <p:cNvPr id="4" name="Slide Number Placeholder 3">
            <a:extLst>
              <a:ext uri="{FF2B5EF4-FFF2-40B4-BE49-F238E27FC236}">
                <a16:creationId xmlns:a16="http://schemas.microsoft.com/office/drawing/2014/main" id="{A0F89E50-8FAA-2799-1872-B126F48A2B8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3697289609"/>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 2 – Backup Restore Workflow</a:t>
            </a:r>
          </a:p>
        </p:txBody>
      </p:sp>
      <p:pic>
        <p:nvPicPr>
          <p:cNvPr id="3" name="Picture 2" descr="opt2_workflow.png"/>
          <p:cNvPicPr>
            <a:picLocks noChangeAspect="1"/>
          </p:cNvPicPr>
          <p:nvPr/>
        </p:nvPicPr>
        <p:blipFill>
          <a:blip r:embed="rId2"/>
          <a:stretch>
            <a:fillRect/>
          </a:stretch>
        </p:blipFill>
        <p:spPr>
          <a:xfrm>
            <a:off x="191112" y="1417320"/>
            <a:ext cx="11809776" cy="4937760"/>
          </a:xfrm>
          <a:prstGeom prst="rect">
            <a:avLst/>
          </a:prstGeom>
        </p:spPr>
      </p:pic>
      <p:cxnSp>
        <p:nvCxnSpPr>
          <p:cNvPr id="4" name="Connector 3"/>
          <p:cNvCxnSpPr/>
          <p:nvPr/>
        </p:nvCxnSpPr>
        <p:spPr>
          <a:xfrm>
            <a:off x="10052274" y="2948025"/>
            <a:ext cx="0" cy="1629461"/>
          </a:xfrm>
          <a:prstGeom prst="line">
            <a:avLst/>
          </a:prstGeom>
          <a:ln w="25400">
            <a:solidFill>
              <a:srgbClr val="5F2861"/>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GDS style presentation template (letterbox vers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5384C888-AC54-45D8-8A09-45E34B9E2D03}" vid="{0CD51092-7938-41E1-8020-29856681787F}"/>
    </a:ext>
  </a:extLst>
</a:theme>
</file>

<file path=ppt/theme/theme2.xml><?xml version="1.0" encoding="utf-8"?>
<a:theme xmlns:a="http://schemas.openxmlformats.org/drawingml/2006/main" name="4_20205_CQC_Template">
  <a:themeElements>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205_CQC_Templat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0"/>
          </a:schemeClr>
        </a:solidFill>
        <a:ln w="31750" cap="flat" cmpd="sng" algn="ctr">
          <a:solidFill>
            <a:srgbClr val="9966FF"/>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dirty="0" smtClean="0">
            <a:ln>
              <a:noFill/>
            </a:ln>
            <a:solidFill>
              <a:schemeClr val="tx1"/>
            </a:solidFill>
            <a:effectLst/>
            <a:latin typeface="Arial" charset="0"/>
            <a:ea typeface="ヒラギノ角ゴ Pro W3"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6" charset="-128"/>
          </a:defRPr>
        </a:defPPr>
      </a:lstStyle>
    </a:lnDef>
  </a:objectDefaults>
  <a:extraClrSchemeLst>
    <a:extraClrScheme>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205_CQC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205_CQC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205_CQC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205_CQC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205_CQC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205_CQC_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205_CQC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205_CQC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205_CQC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205_CQC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205_CQC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20205_CQC_Template">
  <a:themeElements>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205_CQC_Template">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itchFamily="34" charset="0"/>
            <a:ea typeface="ヒラギノ角ゴ Pro W3"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itchFamily="34" charset="0"/>
            <a:ea typeface="ヒラギノ角ゴ Pro W3" pitchFamily="-16" charset="-128"/>
          </a:defRPr>
        </a:defPPr>
      </a:lstStyle>
    </a:lnDef>
    <a:txDef>
      <a:spPr bwMode="auto">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a:spPr>
      <a:bodyPr vert="horz" wrap="square" lIns="0" tIns="0" rIns="0" bIns="0" numCol="1" anchor="t" anchorCtr="0" compatLnSpc="1">
        <a:prstTxWarp prst="textNoShape">
          <a:avLst/>
        </a:prstTxWarp>
      </a:bodyPr>
      <a:lstStyle>
        <a:defPPr algn="l" defTabSz="914400">
          <a:defRPr sz="1600" kern="0" dirty="0"/>
        </a:defPPr>
      </a:lstStyle>
    </a:txDef>
  </a:objectDefaults>
  <a:extraClrSchemeLst>
    <a:extraClrScheme>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205_CQC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205_CQC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205_CQC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205_CQC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205_CQC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205_CQC_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205_CQC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205_CQC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205_CQC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205_CQC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205_CQC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7B95FAF6D49847B5407CCD479A3C03" ma:contentTypeVersion="17" ma:contentTypeDescription="Create a new document." ma:contentTypeScope="" ma:versionID="ccbdcda38a9a8d72c37c6beb6eb1397e">
  <xsd:schema xmlns:xsd="http://www.w3.org/2001/XMLSchema" xmlns:xs="http://www.w3.org/2001/XMLSchema" xmlns:p="http://schemas.microsoft.com/office/2006/metadata/properties" xmlns:ns2="df3a5d0e-346d-4c9d-bf7b-a87519cbe8e9" xmlns:ns3="02060e14-903b-46b0-9c4c-c29d7e6ac6ab" targetNamespace="http://schemas.microsoft.com/office/2006/metadata/properties" ma:root="true" ma:fieldsID="8c33dfe35c5ebb10db7cb654425db13c" ns2:_="" ns3:_="">
    <xsd:import namespace="df3a5d0e-346d-4c9d-bf7b-a87519cbe8e9"/>
    <xsd:import namespace="02060e14-903b-46b0-9c4c-c29d7e6ac6a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3a5d0e-346d-4c9d-bf7b-a87519cbe8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df9d8e5-705b-4129-800a-08ca17c575e0"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060e14-903b-46b0-9c4c-c29d7e6ac6a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4d070d-bffa-49df-a41d-abc9c5920571}" ma:internalName="TaxCatchAll" ma:showField="CatchAllData" ma:web="02060e14-903b-46b0-9c4c-c29d7e6ac6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f3a5d0e-346d-4c9d-bf7b-a87519cbe8e9">
      <Terms xmlns="http://schemas.microsoft.com/office/infopath/2007/PartnerControls"/>
    </lcf76f155ced4ddcb4097134ff3c332f>
    <TaxCatchAll xmlns="02060e14-903b-46b0-9c4c-c29d7e6ac6a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9BE877-776B-46D1-82EF-666E863BFB9D}">
  <ds:schemaRefs>
    <ds:schemaRef ds:uri="02060e14-903b-46b0-9c4c-c29d7e6ac6ab"/>
    <ds:schemaRef ds:uri="df3a5d0e-346d-4c9d-bf7b-a87519cbe8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949FD7F-F664-493C-BB4A-F9CEFE39A547}">
  <ds:schemaRefs>
    <ds:schemaRef ds:uri="02060e14-903b-46b0-9c4c-c29d7e6ac6ab"/>
    <ds:schemaRef ds:uri="df3a5d0e-346d-4c9d-bf7b-a87519cbe8e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39F88FE-CC7A-42BF-8A19-8912D18231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TotalTime>
  <Words>326</Words>
  <Application>Microsoft Office PowerPoint</Application>
  <PresentationFormat>Widescreen</PresentationFormat>
  <Paragraphs>137</Paragraphs>
  <Slides>11</Slides>
  <Notes>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vt:i4>
      </vt:variant>
    </vt:vector>
  </HeadingPairs>
  <TitlesOfParts>
    <vt:vector size="20" baseType="lpstr">
      <vt:lpstr>Aptos</vt:lpstr>
      <vt:lpstr>Arial</vt:lpstr>
      <vt:lpstr>Calibri</vt:lpstr>
      <vt:lpstr>Courier New</vt:lpstr>
      <vt:lpstr>Wingdings</vt:lpstr>
      <vt:lpstr>Wingdings 2</vt:lpstr>
      <vt:lpstr>GDS style presentation template (letterbox version)</vt:lpstr>
      <vt:lpstr>4_20205_CQC_Template</vt:lpstr>
      <vt:lpstr>5_20205_CQC_Template</vt:lpstr>
      <vt:lpstr> CQC Architecture Governance  Architecture Options Paper –   Project: Date Published: Feb 2026 </vt:lpstr>
      <vt:lpstr>Version Control</vt:lpstr>
      <vt:lpstr>Architecture Distribution</vt:lpstr>
      <vt:lpstr>Purpose &amp; Decision Sought</vt:lpstr>
      <vt:lpstr>Background</vt:lpstr>
      <vt:lpstr>Options Summary</vt:lpstr>
      <vt:lpstr>Option 1 – </vt:lpstr>
      <vt:lpstr>Option 2 – </vt:lpstr>
      <vt:lpstr>Option 3 – Hybrid Approach – </vt:lpstr>
      <vt:lpstr>Option 4 – </vt:lpstr>
      <vt:lpstr>Next Steps</vt:lpstr>
    </vt:vector>
  </TitlesOfParts>
  <Company>Care Quality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Milan Bhatt</dc:creator>
  <cp:lastModifiedBy>David Garner</cp:lastModifiedBy>
  <cp:revision>2</cp:revision>
  <dcterms:created xsi:type="dcterms:W3CDTF">2025-05-22T10:07:50Z</dcterms:created>
  <dcterms:modified xsi:type="dcterms:W3CDTF">2026-03-10T15:19:15Z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0x010100F27B95FAF6D49847B5407CCD479A3C03</vt:lpwstr>
  </property>
</Properties>
</file>