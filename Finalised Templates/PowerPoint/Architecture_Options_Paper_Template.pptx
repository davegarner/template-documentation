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3" r:id="rId5"/>
    <p:sldMasterId id="2147483676" r:id="rId6"/>
  </p:sldMasterIdLst>
  <p:notesMasterIdLst>
    <p:notesMasterId r:id="rId18"/>
  </p:notesMasterIdLst>
  <p:sldIdLst>
    <p:sldId id="257" r:id="rId7"/>
    <p:sldId id="2146848187" r:id="rId8"/>
    <p:sldId id="2146848189" r:id="rId9"/>
    <p:sldId id="2076137808" r:id="rId10"/>
    <p:sldId id="2146848196" r:id="rId11"/>
    <p:sldId id="2146848191" r:id="rId12"/>
    <p:sldId id="2146848190" r:id="rId13"/>
    <p:sldId id="2146848205" r:id="rId14"/>
    <p:sldId id="2146848207" r:id="rId15"/>
    <p:sldId id="2146848206" r:id="rId16"/>
    <p:sldId id="214684820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FFFFCC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9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microsoft.com/office/2016/11/relationships/changesInfo" Target="changesInfos/changesInfo1.xml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Garner" userId="cbc71e14-412f-4b37-aa29-5df278a55e78" providerId="ADAL" clId="{4C455729-D58E-47AC-885D-38546FA59D0A}"/>
    <pc:docChg chg="undo custSel modSld">
      <pc:chgData name="David Garner" userId="cbc71e14-412f-4b37-aa29-5df278a55e78" providerId="ADAL" clId="{4C455729-D58E-47AC-885D-38546FA59D0A}" dt="2026-03-10T15:19:08.536" v="47" actId="478"/>
      <pc:docMkLst>
        <pc:docMk/>
      </pc:docMkLst>
      <pc:sldChg chg="modSp mod">
        <pc:chgData name="David Garner" userId="cbc71e14-412f-4b37-aa29-5df278a55e78" providerId="ADAL" clId="{4C455729-D58E-47AC-885D-38546FA59D0A}" dt="2026-03-10T15:15:53.552" v="1" actId="20577"/>
        <pc:sldMkLst>
          <pc:docMk/>
          <pc:sldMk cId="4126488310" sldId="257"/>
        </pc:sldMkLst>
        <pc:spChg chg="mod">
          <ac:chgData name="David Garner" userId="cbc71e14-412f-4b37-aa29-5df278a55e78" providerId="ADAL" clId="{4C455729-D58E-47AC-885D-38546FA59D0A}" dt="2026-03-10T15:15:53.552" v="1" actId="20577"/>
          <ac:spMkLst>
            <pc:docMk/>
            <pc:sldMk cId="4126488310" sldId="257"/>
            <ac:spMk id="2" creationId="{5C0396E8-DFEC-4D88-8859-0FA44E5C5762}"/>
          </ac:spMkLst>
        </pc:spChg>
      </pc:sldChg>
      <pc:sldChg chg="modSp mod modCm">
        <pc:chgData name="David Garner" userId="cbc71e14-412f-4b37-aa29-5df278a55e78" providerId="ADAL" clId="{4C455729-D58E-47AC-885D-38546FA59D0A}" dt="2026-03-10T15:16:22.907" v="7" actId="20577"/>
        <pc:sldMkLst>
          <pc:docMk/>
          <pc:sldMk cId="3878893730" sldId="2076137808"/>
        </pc:sldMkLst>
        <pc:spChg chg="mod">
          <ac:chgData name="David Garner" userId="cbc71e14-412f-4b37-aa29-5df278a55e78" providerId="ADAL" clId="{4C455729-D58E-47AC-885D-38546FA59D0A}" dt="2026-03-10T15:16:22.907" v="7" actId="20577"/>
          <ac:spMkLst>
            <pc:docMk/>
            <pc:sldMk cId="3878893730" sldId="2076137808"/>
            <ac:spMk id="4" creationId="{A0DC7336-6350-6FCE-EFF7-ECF470305BF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6:22.907" v="7" actId="20577"/>
              <pc2:cmMkLst xmlns:pc2="http://schemas.microsoft.com/office/powerpoint/2019/9/main/command">
                <pc:docMk/>
                <pc:sldMk cId="3878893730" sldId="2076137808"/>
                <pc2:cmMk id="{9B0741D5-54B3-44F3-B567-FF9843DF53EB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6:22.907" v="7" actId="20577"/>
              <pc2:cmMkLst xmlns:pc2="http://schemas.microsoft.com/office/powerpoint/2019/9/main/command">
                <pc:docMk/>
                <pc:sldMk cId="3878893730" sldId="2076137808"/>
                <pc2:cmMk id="{F9A3C6DD-DB90-4E56-B4E1-B093E14BE0CA}"/>
              </pc2:cmMkLst>
            </pc226:cmChg>
          </p:ext>
        </pc:extLst>
      </pc:sldChg>
      <pc:sldChg chg="modSp mod">
        <pc:chgData name="David Garner" userId="cbc71e14-412f-4b37-aa29-5df278a55e78" providerId="ADAL" clId="{4C455729-D58E-47AC-885D-38546FA59D0A}" dt="2026-03-10T15:17:23.415" v="20" actId="20577"/>
        <pc:sldMkLst>
          <pc:docMk/>
          <pc:sldMk cId="3025093604" sldId="2146848190"/>
        </pc:sldMkLst>
        <pc:spChg chg="mod">
          <ac:chgData name="David Garner" userId="cbc71e14-412f-4b37-aa29-5df278a55e78" providerId="ADAL" clId="{4C455729-D58E-47AC-885D-38546FA59D0A}" dt="2026-03-10T15:17:13.236" v="17" actId="20577"/>
          <ac:spMkLst>
            <pc:docMk/>
            <pc:sldMk cId="3025093604" sldId="2146848190"/>
            <ac:spMk id="2" creationId="{EBBF2F3D-4E75-F7A1-0201-A59CC7CE981A}"/>
          </ac:spMkLst>
        </pc:spChg>
        <pc:spChg chg="mod">
          <ac:chgData name="David Garner" userId="cbc71e14-412f-4b37-aa29-5df278a55e78" providerId="ADAL" clId="{4C455729-D58E-47AC-885D-38546FA59D0A}" dt="2026-03-10T15:17:23.415" v="20" actId="20577"/>
          <ac:spMkLst>
            <pc:docMk/>
            <pc:sldMk cId="3025093604" sldId="2146848190"/>
            <ac:spMk id="7" creationId="{5708B085-3F1A-3E25-C1B0-DE15827D85C4}"/>
          </ac:spMkLst>
        </pc:spChg>
        <pc:graphicFrameChg chg="modGraphic">
          <ac:chgData name="David Garner" userId="cbc71e14-412f-4b37-aa29-5df278a55e78" providerId="ADAL" clId="{4C455729-D58E-47AC-885D-38546FA59D0A}" dt="2026-03-10T15:17:06.441" v="16" actId="2164"/>
          <ac:graphicFrameMkLst>
            <pc:docMk/>
            <pc:sldMk cId="3025093604" sldId="2146848190"/>
            <ac:graphicFrameMk id="9" creationId="{D208D353-8658-CF04-74BD-86E63A563793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6:56.509" v="15" actId="2164"/>
        <pc:sldMkLst>
          <pc:docMk/>
          <pc:sldMk cId="3730074425" sldId="2146848191"/>
        </pc:sldMkLst>
        <pc:graphicFrameChg chg="modGraphic">
          <ac:chgData name="David Garner" userId="cbc71e14-412f-4b37-aa29-5df278a55e78" providerId="ADAL" clId="{4C455729-D58E-47AC-885D-38546FA59D0A}" dt="2026-03-10T15:16:56.509" v="15" actId="2164"/>
          <ac:graphicFrameMkLst>
            <pc:docMk/>
            <pc:sldMk cId="3730074425" sldId="2146848191"/>
            <ac:graphicFrameMk id="39" creationId="{15B5677A-8B35-AF5E-1449-0416E97ACC2E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6:31.998" v="13" actId="20577"/>
        <pc:sldMkLst>
          <pc:docMk/>
          <pc:sldMk cId="1847491596" sldId="2146848196"/>
        </pc:sldMkLst>
        <pc:spChg chg="mod">
          <ac:chgData name="David Garner" userId="cbc71e14-412f-4b37-aa29-5df278a55e78" providerId="ADAL" clId="{4C455729-D58E-47AC-885D-38546FA59D0A}" dt="2026-03-10T15:16:31.998" v="13" actId="20577"/>
          <ac:spMkLst>
            <pc:docMk/>
            <pc:sldMk cId="1847491596" sldId="2146848196"/>
            <ac:spMk id="5" creationId="{29A040FE-5DD0-960D-A5D9-96312B731F04}"/>
          </ac:spMkLst>
        </pc:spChg>
      </pc:sldChg>
      <pc:sldChg chg="modSp mod">
        <pc:chgData name="David Garner" userId="cbc71e14-412f-4b37-aa29-5df278a55e78" providerId="ADAL" clId="{4C455729-D58E-47AC-885D-38546FA59D0A}" dt="2026-03-10T15:18:26.850" v="45" actId="20577"/>
        <pc:sldMkLst>
          <pc:docMk/>
          <pc:sldMk cId="3697289609" sldId="2146848203"/>
        </pc:sldMkLst>
        <pc:spChg chg="mod">
          <ac:chgData name="David Garner" userId="cbc71e14-412f-4b37-aa29-5df278a55e78" providerId="ADAL" clId="{4C455729-D58E-47AC-885D-38546FA59D0A}" dt="2026-03-10T15:18:26.850" v="45" actId="20577"/>
          <ac:spMkLst>
            <pc:docMk/>
            <pc:sldMk cId="3697289609" sldId="2146848203"/>
            <ac:spMk id="3" creationId="{999465E1-FD45-F61F-B0C4-9DF6129816E5}"/>
          </ac:spMkLst>
        </pc:spChg>
      </pc:sldChg>
      <pc:sldChg chg="modSp mod">
        <pc:chgData name="David Garner" userId="cbc71e14-412f-4b37-aa29-5df278a55e78" providerId="ADAL" clId="{4C455729-D58E-47AC-885D-38546FA59D0A}" dt="2026-03-10T15:17:36.555" v="24" actId="20577"/>
        <pc:sldMkLst>
          <pc:docMk/>
          <pc:sldMk cId="2433281103" sldId="2146848205"/>
        </pc:sldMkLst>
        <pc:spChg chg="mod">
          <ac:chgData name="David Garner" userId="cbc71e14-412f-4b37-aa29-5df278a55e78" providerId="ADAL" clId="{4C455729-D58E-47AC-885D-38546FA59D0A}" dt="2026-03-10T15:17:33.379" v="22" actId="20577"/>
          <ac:spMkLst>
            <pc:docMk/>
            <pc:sldMk cId="2433281103" sldId="2146848205"/>
            <ac:spMk id="2" creationId="{9C454034-9F28-1397-1298-FB611DE27529}"/>
          </ac:spMkLst>
        </pc:spChg>
        <pc:spChg chg="mod">
          <ac:chgData name="David Garner" userId="cbc71e14-412f-4b37-aa29-5df278a55e78" providerId="ADAL" clId="{4C455729-D58E-47AC-885D-38546FA59D0A}" dt="2026-03-10T15:17:36.555" v="24" actId="20577"/>
          <ac:spMkLst>
            <pc:docMk/>
            <pc:sldMk cId="2433281103" sldId="2146848205"/>
            <ac:spMk id="7" creationId="{1AEF8C9C-C5E4-8B21-EC9D-D32AEBFC8725}"/>
          </ac:spMkLst>
        </pc:spChg>
        <pc:graphicFrameChg chg="modGraphic">
          <ac:chgData name="David Garner" userId="cbc71e14-412f-4b37-aa29-5df278a55e78" providerId="ADAL" clId="{4C455729-D58E-47AC-885D-38546FA59D0A}" dt="2026-03-10T15:17:30.143" v="21" actId="2164"/>
          <ac:graphicFrameMkLst>
            <pc:docMk/>
            <pc:sldMk cId="2433281103" sldId="2146848205"/>
            <ac:graphicFrameMk id="9" creationId="{8AEE2796-FDA1-C7E2-4C77-12550670B4DA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8:16.504" v="43" actId="20577"/>
        <pc:sldMkLst>
          <pc:docMk/>
          <pc:sldMk cId="2968895078" sldId="2146848206"/>
        </pc:sldMkLst>
        <pc:spChg chg="mod">
          <ac:chgData name="David Garner" userId="cbc71e14-412f-4b37-aa29-5df278a55e78" providerId="ADAL" clId="{4C455729-D58E-47AC-885D-38546FA59D0A}" dt="2026-03-10T15:18:16.504" v="43" actId="20577"/>
          <ac:spMkLst>
            <pc:docMk/>
            <pc:sldMk cId="2968895078" sldId="2146848206"/>
            <ac:spMk id="2" creationId="{FC298585-7003-92B8-D630-6A33A7C057E2}"/>
          </ac:spMkLst>
        </pc:spChg>
        <pc:spChg chg="mod">
          <ac:chgData name="David Garner" userId="cbc71e14-412f-4b37-aa29-5df278a55e78" providerId="ADAL" clId="{4C455729-D58E-47AC-885D-38546FA59D0A}" dt="2026-03-10T15:18:10.291" v="42" actId="20577"/>
          <ac:spMkLst>
            <pc:docMk/>
            <pc:sldMk cId="2968895078" sldId="2146848206"/>
            <ac:spMk id="7" creationId="{7901ACE9-ACB5-4325-96CC-121E6EFD24CC}"/>
          </ac:spMkLst>
        </pc:spChg>
        <pc:graphicFrameChg chg="modGraphic">
          <ac:chgData name="David Garner" userId="cbc71e14-412f-4b37-aa29-5df278a55e78" providerId="ADAL" clId="{4C455729-D58E-47AC-885D-38546FA59D0A}" dt="2026-03-10T15:18:05.796" v="40" actId="2164"/>
          <ac:graphicFrameMkLst>
            <pc:docMk/>
            <pc:sldMk cId="2968895078" sldId="2146848206"/>
            <ac:graphicFrameMk id="9" creationId="{671C1740-908C-44BD-1148-F623AD9D3A81}"/>
          </ac:graphicFrameMkLst>
        </pc:graphicFrameChg>
      </pc:sldChg>
      <pc:sldChg chg="delSp modSp mod modCm">
        <pc:chgData name="David Garner" userId="cbc71e14-412f-4b37-aa29-5df278a55e78" providerId="ADAL" clId="{4C455729-D58E-47AC-885D-38546FA59D0A}" dt="2026-03-10T15:19:08.536" v="47" actId="478"/>
        <pc:sldMkLst>
          <pc:docMk/>
          <pc:sldMk cId="3848075084" sldId="2146848207"/>
        </pc:sldMkLst>
        <pc:spChg chg="mod">
          <ac:chgData name="David Garner" userId="cbc71e14-412f-4b37-aa29-5df278a55e78" providerId="ADAL" clId="{4C455729-D58E-47AC-885D-38546FA59D0A}" dt="2026-03-10T15:17:50.016" v="37" actId="20577"/>
          <ac:spMkLst>
            <pc:docMk/>
            <pc:sldMk cId="3848075084" sldId="2146848207"/>
            <ac:spMk id="2" creationId="{1F3FD200-DF29-C72B-1D07-AB2BBB0485FF}"/>
          </ac:spMkLst>
        </pc:spChg>
        <pc:spChg chg="del">
          <ac:chgData name="David Garner" userId="cbc71e14-412f-4b37-aa29-5df278a55e78" providerId="ADAL" clId="{4C455729-D58E-47AC-885D-38546FA59D0A}" dt="2026-03-10T15:19:08.536" v="47" actId="478"/>
          <ac:spMkLst>
            <pc:docMk/>
            <pc:sldMk cId="3848075084" sldId="2146848207"/>
            <ac:spMk id="3" creationId="{FF3BA1EF-62AF-0C02-256D-78BB0C1E8498}"/>
          </ac:spMkLst>
        </pc:spChg>
        <pc:spChg chg="mod">
          <ac:chgData name="David Garner" userId="cbc71e14-412f-4b37-aa29-5df278a55e78" providerId="ADAL" clId="{4C455729-D58E-47AC-885D-38546FA59D0A}" dt="2026-03-10T15:17:54.062" v="39" actId="20577"/>
          <ac:spMkLst>
            <pc:docMk/>
            <pc:sldMk cId="3848075084" sldId="2146848207"/>
            <ac:spMk id="7" creationId="{F1F4CE58-7EB0-BB60-0021-9B98C63C9C58}"/>
          </ac:spMkLst>
        </pc:spChg>
        <pc:spChg chg="del">
          <ac:chgData name="David Garner" userId="cbc71e14-412f-4b37-aa29-5df278a55e78" providerId="ADAL" clId="{4C455729-D58E-47AC-885D-38546FA59D0A}" dt="2026-03-10T15:19:06.737" v="46" actId="478"/>
          <ac:spMkLst>
            <pc:docMk/>
            <pc:sldMk cId="3848075084" sldId="2146848207"/>
            <ac:spMk id="8" creationId="{8A63C4D1-7B77-CFAE-D45D-D80E6811D65A}"/>
          </ac:spMkLst>
        </pc:spChg>
        <pc:graphicFrameChg chg="modGraphic">
          <ac:chgData name="David Garner" userId="cbc71e14-412f-4b37-aa29-5df278a55e78" providerId="ADAL" clId="{4C455729-D58E-47AC-885D-38546FA59D0A}" dt="2026-03-10T15:17:42.250" v="25" actId="2164"/>
          <ac:graphicFrameMkLst>
            <pc:docMk/>
            <pc:sldMk cId="3848075084" sldId="2146848207"/>
            <ac:graphicFrameMk id="9" creationId="{DB377E20-04D0-5AEC-A66A-F30B7014A7A1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9C42464A-4398-4ADC-A70E-374E906BA44E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E6DC9265-638B-43AF-A44A-AC3D579A92EB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22731B7E-2A90-4D9A-B372-9FEDD7CB7FED}"/>
              </pc2:cmMkLst>
            </pc226:cmChg>
          </p:ext>
        </pc:extLst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2EC-2A61-4F4D-8DC4-BA287447E98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FEE7C-B619-407F-AB56-78E1EEBAE23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20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222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060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61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2FB5-7DDC-B4B6-AC41-1F398EF50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3089B-6B96-E9C2-D135-81291D7204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1B83B-7852-9D75-A125-4F14F7E6FA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9749E-33D7-0B08-477B-80E358B32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925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6EE2-A3B3-B844-FF54-4CA1DEBC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58434-F942-1E64-3AAD-2C4451470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96CC00-D41A-8807-4EFD-A312B29B1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AE356-BA1E-1FC5-2735-A5D5C9821D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3577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0A51E-032C-CB02-F282-85B209678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003D3-0047-11B3-F278-C99668006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F947A-485B-78AB-1902-4E0F911C5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D76B0-2057-A216-3E8D-6E8265E0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0239175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emf"/><Relationship Id="rId5" Type="http://schemas.openxmlformats.org/officeDocument/2006/relationships/image" Target="../media/image3.emf"/><Relationship Id="rId4" Type="http://schemas.openxmlformats.org/officeDocument/2006/relationships/image" Target="../media/image7.emf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1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emf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jpeg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?>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8.emf"/></Relationships>
</file>

<file path=ppt/slideLayouts/_rels/slideLayout23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jpeg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?>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?>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5D2C-D0CC-42E8-9949-5A5502952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948" y="326066"/>
            <a:ext cx="10515600" cy="3102935"/>
          </a:xfrm>
          <a:prstGeom prst="rect">
            <a:avLst/>
          </a:prstGeom>
        </p:spPr>
        <p:txBody>
          <a:bodyPr/>
          <a:lstStyle>
            <a:lvl1pPr>
              <a:defRPr sz="9600" b="1"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A207B9-1364-4BEE-9442-FB1C2F89B7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948" y="3910212"/>
            <a:ext cx="10515600" cy="960801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2ABC5F-BF6D-4627-96BB-0F1F89C800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948" y="5168443"/>
            <a:ext cx="10515600" cy="767655"/>
          </a:xfrm>
        </p:spPr>
        <p:txBody>
          <a:bodyPr/>
          <a:lstStyle>
            <a:lvl1pPr>
              <a:defRPr sz="4267" b="0">
                <a:latin typeface="+mn-lt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Month, Year</a:t>
            </a:r>
          </a:p>
        </p:txBody>
      </p:sp>
    </p:spTree>
    <p:extLst>
      <p:ext uri="{BB962C8B-B14F-4D97-AF65-F5344CB8AC3E}">
        <p14:creationId xmlns:p14="http://schemas.microsoft.com/office/powerpoint/2010/main" val="41615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FEF2EA-1063-4E84-98D8-1EC3C0F80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842" y="436522"/>
            <a:ext cx="10972319" cy="1325033"/>
          </a:xfrm>
          <a:prstGeom prst="rect">
            <a:avLst/>
          </a:prstGeom>
        </p:spPr>
        <p:txBody>
          <a:bodyPr/>
          <a:lstStyle>
            <a:lvl1pPr>
              <a:defRPr sz="5333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628A8322-546D-4F39-A2EF-5E9FF2B148A5}"/>
              </a:ext>
            </a:extLst>
          </p:cNvPr>
          <p:cNvSpPr txBox="1">
            <a:spLocks noGrp="1"/>
          </p:cNvSpPr>
          <p:nvPr>
            <p:ph idx="1" hasCustomPrompt="1"/>
          </p:nvPr>
        </p:nvSpPr>
        <p:spPr>
          <a:xfrm>
            <a:off x="609842" y="2900863"/>
            <a:ext cx="10972319" cy="105627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 sz="4267" b="0" i="0"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pPr lvl="0"/>
            <a:r>
              <a:rPr lang="en-US"/>
              <a:t>Key points here</a:t>
            </a:r>
          </a:p>
        </p:txBody>
      </p:sp>
    </p:spTree>
    <p:extLst>
      <p:ext uri="{BB962C8B-B14F-4D97-AF65-F5344CB8AC3E}">
        <p14:creationId xmlns:p14="http://schemas.microsoft.com/office/powerpoint/2010/main" val="155405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 flipV="1">
            <a:off x="599024" y="1528763"/>
            <a:ext cx="8157633" cy="2159000"/>
          </a:xfrm>
          <a:prstGeom prst="roundRect">
            <a:avLst>
              <a:gd name="adj" fmla="val 4407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863600" y="1676400"/>
            <a:ext cx="7620000" cy="990600"/>
          </a:xfrm>
        </p:spPr>
        <p:txBody>
          <a:bodyPr anchor="t"/>
          <a:lstStyle>
            <a:lvl1pPr>
              <a:defRPr sz="35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63600" y="2895600"/>
            <a:ext cx="4876800" cy="381000"/>
          </a:xfrm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71FC-6E97-69EA-31EF-4F7396B12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3600" y="402288"/>
            <a:ext cx="3303217" cy="89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8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FCFCEEC5-67CA-4272-919E-2E502A95A6FE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A183B-5DF8-4406-9621-B39A6E1A71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19800" y="215420"/>
            <a:ext cx="3009928" cy="9073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22FE96-DF01-76CB-8572-FE4BAB9BB4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555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5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2FD071D1-C257-4411-BCB5-DDE8BB66ADF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77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4" y="1798639"/>
            <a:ext cx="5056717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3522" y="1798639"/>
            <a:ext cx="5056716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44564EAE-6637-4EC4-8C68-689B1FCD9011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66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7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04" y="1535117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04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C0C02A37-90C6-49D3-9CE4-7926A30ADE7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93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1FF9A2A7-9E3D-44C9-AA5C-CC50684E6DCB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38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083F09F2-4EC6-4996-A85C-C1EEBBFA2B5F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44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6" y="27306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6AB1A26-5300-4A38-B5C0-8ACF468E7C59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74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4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85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3B662AF6-AAE4-42C9-8986-FEF3512836A0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010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2182DD6-5549-472D-B678-26399E91FF0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65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02151" y="485777"/>
            <a:ext cx="2578100" cy="56308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3600" y="485777"/>
            <a:ext cx="7535333" cy="56308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DCFA066C-E3F3-4F01-8F4F-8C3D567BF014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3118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360000"/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865DC7C-F426-468E-B030-762A2788DB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60000"/>
            <a:ext cx="121920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0000" tIns="0" rIns="54000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3E988D48-59F3-167F-7C35-FE39A3CF7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  <a:prstGeom prst="rect">
            <a:avLst/>
          </a:prstGeom>
        </p:spPr>
        <p:txBody>
          <a:bodyPr rIns="360000" bIns="18000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26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524" y="413735"/>
            <a:ext cx="3158080" cy="568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66D4E3-6C95-AE46-B9CF-75212832F104}"/>
              </a:ext>
            </a:extLst>
          </p:cNvPr>
          <p:cNvSpPr/>
          <p:nvPr userDrawn="1"/>
        </p:nvSpPr>
        <p:spPr bwMode="auto">
          <a:xfrm>
            <a:off x="0" y="1518720"/>
            <a:ext cx="11543253" cy="533928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3EB19-7CAA-9B48-A916-E921534402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8320" y="1518720"/>
            <a:ext cx="524933" cy="3937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C9E5E88-27D7-6849-830C-AE393F08A0D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5643" y="1518723"/>
            <a:ext cx="5641644" cy="1174819"/>
          </a:xfrm>
          <a:solidFill>
            <a:srgbClr val="660066"/>
          </a:solidFill>
        </p:spPr>
        <p:txBody>
          <a:bodyPr lIns="180000" tIns="180000"/>
          <a:lstStyle>
            <a:lvl1pPr>
              <a:defRPr sz="1600" b="0">
                <a:solidFill>
                  <a:srgbClr val="C29BFF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Slide </a:t>
            </a:r>
          </a:p>
          <a:p>
            <a:pPr lvl="0"/>
            <a:r>
              <a:rPr lang="en-US"/>
              <a:t>[Name]</a:t>
            </a:r>
            <a:br>
              <a:rPr lang="en-US"/>
            </a:br>
            <a:r>
              <a:rPr lang="en-US"/>
              <a:t xml:space="preserve">[Job title] 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0CDBEF-5AAB-3B40-9D90-5E89AFE0F7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29617" y="5207444"/>
            <a:ext cx="5204321" cy="95411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1CFFC6-A22C-D643-BE1F-D2386E9B1A0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335442" y="4737618"/>
            <a:ext cx="997065" cy="1144196"/>
          </a:xfrm>
          <a:noFill/>
        </p:spPr>
        <p:txBody>
          <a:bodyPr lIns="180000" tIns="180000"/>
          <a:lstStyle>
            <a:lvl1pPr>
              <a:defRPr sz="1600" b="0">
                <a:solidFill>
                  <a:schemeClr val="bg1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218F89-9314-B642-9131-CB490102C6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80885" y="413735"/>
            <a:ext cx="2062369" cy="5578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6200000">
            <a:off x="11083641" y="1452806"/>
            <a:ext cx="394294" cy="52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28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C19B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0742A-22EB-4940-98D3-FE5D39DC6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1176001" y="932923"/>
            <a:ext cx="393700" cy="524933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077B7-D960-3547-97E3-57D6BA72BA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08"/>
            <a:ext cx="1058108" cy="1890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E0EE354-27E3-B441-B236-000DD65D865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45925" y="1798638"/>
            <a:ext cx="7934311" cy="4318000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</a:lstStyle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40C31F-5DBA-0044-B3DE-D0C888D6C8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3602" y="485775"/>
            <a:ext cx="7437967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Agenda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267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568429" y="646770"/>
            <a:ext cx="11066888" cy="5601630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28BB7C3-B75E-CF48-A217-C95B758F13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53122" y="1207621"/>
            <a:ext cx="6139364" cy="492736"/>
          </a:xfrm>
        </p:spPr>
        <p:txBody>
          <a:bodyPr/>
          <a:lstStyle>
            <a:lvl1pPr>
              <a:defRPr sz="2800" b="1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Vision</a:t>
            </a:r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A3D5CA7-31E5-D849-A75C-F9C87CDAB09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053122" y="1776336"/>
            <a:ext cx="5741689" cy="2438826"/>
          </a:xfrm>
        </p:spPr>
        <p:txBody>
          <a:bodyPr/>
          <a:lstStyle>
            <a:lvl1pPr>
              <a:lnSpc>
                <a:spcPct val="100000"/>
              </a:lnSpc>
              <a:defRPr sz="2600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A world-class regulator, </a:t>
            </a:r>
            <a:br>
              <a:rPr lang="en-US"/>
            </a:br>
            <a:r>
              <a:rPr lang="en-US"/>
              <a:t xml:space="preserve">able to drive improvements in how people experience health and care services, </a:t>
            </a:r>
            <a:br>
              <a:rPr lang="en-US"/>
            </a:br>
            <a:r>
              <a:rPr lang="en-US"/>
              <a:t>working together for a safer future.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88714B-2798-8547-8158-FD447CFA2A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568431" y="646770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F8851E-36F7-E040-AC89-C89DE0FDF1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7270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9922C-F98D-444D-84ED-1DF586FA74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7286"/>
            <a:ext cx="524933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12F273-87BA-AC4D-B9FC-82E0FC4576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08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Putting in place the systems and processes we need </a:t>
            </a:r>
            <a:br>
              <a:rPr lang="en-US"/>
            </a:br>
            <a:r>
              <a:rPr lang="en-US"/>
              <a:t xml:space="preserve">to make our transformation </a:t>
            </a:r>
            <a:br>
              <a:rPr lang="en-US"/>
            </a:br>
            <a:r>
              <a:rPr lang="en-US"/>
              <a:t>a reality</a:t>
            </a:r>
            <a:br>
              <a:rPr lang="en-US"/>
            </a:br>
            <a:br>
              <a:rPr lang="en-US"/>
            </a:br>
            <a:br>
              <a:rPr lang="en-US"/>
            </a:br>
            <a:endParaRPr lang="en-US" altLang="en-US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4E1C7-AF83-FC47-B08D-0A5A1E8C6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46363"/>
            <a:ext cx="3009677" cy="225725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8"/>
            <a:ext cx="5946273" cy="111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 kern="0"/>
              <a:t>Building foundations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Digital foundations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Intelligence-driven enablers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Regulatory platform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11E48-291A-3D49-9580-1E70065255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6" y="5403888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26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B6211D-A5C0-3D4B-AA57-DFBD53D34D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42EECD-2C34-0949-9FBE-A7BA64BE98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1" y="1791776"/>
            <a:ext cx="2764263" cy="21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474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141E9-A698-C543-A872-DE733093AE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053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Pink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Adapting how we do things </a:t>
            </a:r>
            <a:br>
              <a:rPr lang="en-US"/>
            </a:br>
            <a:r>
              <a:rPr lang="en-US"/>
              <a:t>so we can remain relevant and protect people in a rapidly changing world.</a:t>
            </a:r>
            <a:endParaRPr lang="en-US" alt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6"/>
            <a:ext cx="5946273" cy="650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/>
              <a:t>Adapting and evolving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Registration transformation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Improving regulation today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Quality improvement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5006DE-2BE5-B043-8338-1ED2FF704E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7DD-1E0B-6948-B9AD-CE1EFE010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58063"/>
            <a:ext cx="3009677" cy="22572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BC9971-07DD-674C-ADD5-EA1ED7BA37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4" y="5403885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28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cket Pink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F74D29-A2DB-9241-B7A2-A40828B13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EF3464-C6EE-2C4F-8224-E4FC62031A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1798638"/>
            <a:ext cx="2755432" cy="21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427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8962C0-D0DE-6F46-A32B-640D9C4E6F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073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Transforming how we regulate and </a:t>
            </a:r>
            <a:r>
              <a:rPr lang="en-US" err="1"/>
              <a:t>organise</a:t>
            </a:r>
            <a:r>
              <a:rPr lang="en-US"/>
              <a:t xml:space="preserve"> our work to achieve our vision and deliver our strategy.</a:t>
            </a:r>
            <a:endParaRPr lang="en-US" altLang="en-US" noProof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Transforming our organization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Future strategy development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Our people plan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5403887"/>
            <a:ext cx="524933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F3E8B5-41F5-8C4F-ABF0-6D8EE2545C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5" y="658063"/>
            <a:ext cx="2681348" cy="22572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B2E666-A5FC-D548-83F8-F79E45EAE1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3601" y="1795128"/>
            <a:ext cx="2589175" cy="21791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357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998538"/>
          </a:xfrm>
          <a:prstGeom prst="rect">
            <a:avLst/>
          </a:prstGeom>
          <a:solidFill>
            <a:srgbClr val="5F286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604838"/>
            <a:ext cx="524933" cy="3937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537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39370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9797"/>
            <a:ext cx="514349" cy="38576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302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244934-A730-414F-BC2C-3F311839C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4119626" y="0"/>
            <a:ext cx="810895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96745-2908-EF49-89F9-6B575BC576BE}"/>
              </a:ext>
            </a:extLst>
          </p:cNvPr>
          <p:cNvSpPr/>
          <p:nvPr userDrawn="1"/>
        </p:nvSpPr>
        <p:spPr>
          <a:xfrm>
            <a:off x="0" y="0"/>
            <a:ext cx="4553712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7008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ck slid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5364162" cy="59603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392382"/>
            <a:ext cx="5364162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521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171450"/>
            <a:ext cx="5364162" cy="45405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31838" y="549275"/>
            <a:ext cx="7174152" cy="38237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8773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165" y="1519992"/>
            <a:ext cx="4318362" cy="3781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964238" y="0"/>
            <a:ext cx="6227762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4329689" cy="81369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5413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232525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114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465763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9860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41886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009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7658100" y="676275"/>
            <a:ext cx="3802063" cy="47037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2097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812566" y="0"/>
            <a:ext cx="5379434" cy="619866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7383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7860630" cy="619866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958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40AB7-5DAF-4C41-BCE8-32CFA6BA53A8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919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and three text box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345769-1922-3841-9FA6-D5EC31A27582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4294967295"/>
          </p:nvPr>
        </p:nvSpPr>
        <p:spPr>
          <a:xfrm>
            <a:off x="738188" y="1552575"/>
            <a:ext cx="3322637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2" name="Picture Placeholder 4"/>
          <p:cNvSpPr>
            <a:spLocks noGrp="1"/>
          </p:cNvSpPr>
          <p:nvPr>
            <p:ph type="pic" sz="quarter" idx="4294967295"/>
          </p:nvPr>
        </p:nvSpPr>
        <p:spPr>
          <a:xfrm>
            <a:off x="4449322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3" name="Picture Placeholder 5"/>
          <p:cNvSpPr>
            <a:spLocks noGrp="1"/>
          </p:cNvSpPr>
          <p:nvPr>
            <p:ph type="pic" sz="quarter" idx="4294967295"/>
          </p:nvPr>
        </p:nvSpPr>
        <p:spPr>
          <a:xfrm>
            <a:off x="8144465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5210876" y="2773184"/>
            <a:ext cx="1777270" cy="3315693"/>
            <a:chOff x="1898617" y="2097848"/>
            <a:chExt cx="1777270" cy="29054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8913682" y="2773185"/>
            <a:ext cx="1777270" cy="3315693"/>
            <a:chOff x="1898617" y="2097848"/>
            <a:chExt cx="1777270" cy="29054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1508705" y="2773185"/>
            <a:ext cx="1777270" cy="3315693"/>
            <a:chOff x="1898617" y="2097848"/>
            <a:chExt cx="1777270" cy="29054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035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9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696101"/>
      </p:ext>
    </p:extLst>
  </p:cSld>
  <p:clrMapOvr>
    <a:masterClrMapping/>
  </p:clrMapOvr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4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770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6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46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3" name="Rectangle 22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20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9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Grey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BB8B3D-9990-D648-B91B-15C14C7D7A4D}"/>
              </a:ext>
            </a:extLst>
          </p:cNvPr>
          <p:cNvSpPr/>
          <p:nvPr userDrawn="1"/>
        </p:nvSpPr>
        <p:spPr>
          <a:xfrm>
            <a:off x="0" y="0"/>
            <a:ext cx="4828674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75A97C-00F5-9140-A2C1-DFE7F361E3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r="4045"/>
          <a:stretch/>
        </p:blipFill>
        <p:spPr>
          <a:xfrm rot="10800000">
            <a:off x="4668000" y="0"/>
            <a:ext cx="7524000" cy="685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1C0A596-6150-5F4C-B92A-770135B4F7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45579" y="6385125"/>
            <a:ext cx="2105309" cy="2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521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8B2915-0FA5-3A44-9E2B-F2AED19EA6A4}"/>
              </a:ext>
            </a:extLst>
          </p:cNvPr>
          <p:cNvSpPr/>
          <p:nvPr userDrawn="1"/>
        </p:nvSpPr>
        <p:spPr>
          <a:xfrm>
            <a:off x="0" y="0"/>
            <a:ext cx="4818303" cy="6206836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9196AC-0C9B-2D4A-8050-46C93878E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t="9584" r="4045"/>
          <a:stretch/>
        </p:blipFill>
        <p:spPr>
          <a:xfrm rot="10800000">
            <a:off x="4812585" y="0"/>
            <a:ext cx="7531356" cy="620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9621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with quot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963478" y="0"/>
            <a:ext cx="6228522" cy="42671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E562E-D80A-D34F-A20D-E562F27B7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8913" t="60459" b="17100"/>
          <a:stretch/>
        </p:blipFill>
        <p:spPr>
          <a:xfrm>
            <a:off x="5963478" y="4267200"/>
            <a:ext cx="6228522" cy="193357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987FD-F1F6-3B4E-A599-5B5EBB66F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4238" y="-1"/>
            <a:ext cx="6227762" cy="42672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796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2830109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" y="-808"/>
            <a:ext cx="2639967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0109" y="-808"/>
            <a:ext cx="2639961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-6" y="3278038"/>
            <a:ext cx="5470076" cy="2915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" y="3278038"/>
            <a:ext cx="5459413" cy="29157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30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-6" y="3125268"/>
            <a:ext cx="5470076" cy="3068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657" y="3125268"/>
            <a:ext cx="5459413" cy="30684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6" y="11749"/>
            <a:ext cx="5470076" cy="31135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" y="11749"/>
            <a:ext cx="5470076" cy="311351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2499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rrower quote (centre)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8743280" y="0"/>
            <a:ext cx="3448720" cy="62065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3269C-FA92-594D-83DF-AFB2F425F739}"/>
              </a:ext>
            </a:extLst>
          </p:cNvPr>
          <p:cNvSpPr/>
          <p:nvPr userDrawn="1"/>
        </p:nvSpPr>
        <p:spPr>
          <a:xfrm rot="5400000" flipV="1">
            <a:off x="3960452" y="1423770"/>
            <a:ext cx="6206591" cy="3359065"/>
          </a:xfrm>
          <a:prstGeom prst="rect">
            <a:avLst/>
          </a:prstGeom>
          <a:solidFill>
            <a:srgbClr val="FF5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14B6207-D3E5-5E49-8A9E-336B9F442D26}"/>
              </a:ext>
            </a:extLst>
          </p:cNvPr>
          <p:cNvSpPr txBox="1">
            <a:spLocks/>
          </p:cNvSpPr>
          <p:nvPr userDrawn="1"/>
        </p:nvSpPr>
        <p:spPr>
          <a:xfrm>
            <a:off x="5384215" y="403271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785E78-7122-7F47-A3BC-E908A6C58B7B}"/>
              </a:ext>
            </a:extLst>
          </p:cNvPr>
          <p:cNvSpPr txBox="1">
            <a:spLocks/>
          </p:cNvSpPr>
          <p:nvPr userDrawn="1"/>
        </p:nvSpPr>
        <p:spPr>
          <a:xfrm rot="10800000">
            <a:off x="7025196" y="5179257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EFBFA1F-55C2-C34B-8AE6-440B090C15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43950" y="0"/>
            <a:ext cx="3448050" cy="62065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500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p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B653995-BE0A-BB49-9CEE-F4600F4B924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9738" y="1258888"/>
            <a:ext cx="25050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B2975-55E1-614D-B255-F942C9ED41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300" y="655981"/>
            <a:ext cx="3522050" cy="4680620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2119546-9882-2545-870F-CA60FFC13B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64100" y="1258888"/>
            <a:ext cx="25177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4464FC-C76A-9F40-BE13-A423746334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34975" y="655981"/>
            <a:ext cx="3522050" cy="468062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FB1B4C5-5DA2-7449-9DB8-B6891EF5B5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70850" y="1258888"/>
            <a:ext cx="2478088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315BD6-32B2-EB42-BC63-2776CCCFA1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8650" y="655981"/>
            <a:ext cx="3522050" cy="468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930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346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5743575" y="981075"/>
            <a:ext cx="5400675" cy="41624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2476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1"/>
          </p:nvPr>
        </p:nvSpPr>
        <p:spPr>
          <a:xfrm>
            <a:off x="4562763" y="1172726"/>
            <a:ext cx="6816436" cy="3713307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10485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?>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56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55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32" Type="http://schemas.openxmlformats.org/officeDocument/2006/relationships/slideLayout" Target="../slideLayouts/slideLayout46.xml"/><Relationship Id="rId37" Type="http://schemas.openxmlformats.org/officeDocument/2006/relationships/slideLayout" Target="../slideLayouts/slideLayout51.xml"/><Relationship Id="rId40" Type="http://schemas.openxmlformats.org/officeDocument/2006/relationships/slideLayout" Target="../slideLayouts/slideLayout54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42.xml"/><Relationship Id="rId36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45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4.xml"/><Relationship Id="rId35" Type="http://schemas.openxmlformats.org/officeDocument/2006/relationships/slideLayout" Target="../slideLayouts/slideLayout4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33" Type="http://schemas.openxmlformats.org/officeDocument/2006/relationships/slideLayout" Target="../slideLayouts/slideLayout47.xml"/><Relationship Id="rId38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8"/>
          <p:cNvSpPr txBox="1">
            <a:spLocks noGrp="1"/>
          </p:cNvSpPr>
          <p:nvPr>
            <p:ph type="body" idx="1"/>
          </p:nvPr>
        </p:nvSpPr>
        <p:spPr>
          <a:xfrm>
            <a:off x="609601" y="1604639"/>
            <a:ext cx="10972319" cy="39772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GB"/>
              <a:t>Key points here</a:t>
            </a:r>
            <a:br>
              <a:rPr lang="en-GB"/>
            </a:br>
            <a:r>
              <a:rPr lang="en-GB"/>
              <a:t>(minimum font size 32)</a:t>
            </a:r>
            <a:endParaRPr/>
          </a:p>
        </p:txBody>
      </p:sp>
      <p:sp>
        <p:nvSpPr>
          <p:cNvPr id="5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" y="6309321"/>
            <a:ext cx="12192000" cy="561879"/>
          </a:xfrm>
          <a:prstGeom prst="rect">
            <a:avLst/>
          </a:prstGeom>
          <a:solidFill>
            <a:srgbClr val="5F2861"/>
          </a:solidFill>
          <a:ln>
            <a:noFill/>
          </a:ln>
        </p:spPr>
        <p:txBody>
          <a:bodyPr lIns="121900" tIns="121900" rIns="121900" bIns="121900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978B9-95F6-4A52-A7AD-8F58E335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6405331"/>
            <a:ext cx="1344149" cy="42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5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5333" b="1" i="0" u="none" strike="noStrike" cap="none" baseline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>
            <a:spLocks noChangeArrowheads="1"/>
          </p:cNvSpPr>
          <p:nvPr/>
        </p:nvSpPr>
        <p:spPr bwMode="auto">
          <a:xfrm>
            <a:off x="599018" y="181853"/>
            <a:ext cx="11036300" cy="990600"/>
          </a:xfrm>
          <a:prstGeom prst="roundRect">
            <a:avLst>
              <a:gd name="adj" fmla="val 7213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863601" y="209749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8" y="1798639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rgbClr val="5F2861"/>
                </a:solidFill>
                <a:latin typeface="Arial" charset="0"/>
                <a:ea typeface="+mn-ea"/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C3F15FF-8B87-4F38-BB80-08F00F8C711F}" type="slidenum">
              <a:rPr lang="en-US"/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E7C560-497B-84B8-CBCE-DC4E4A119AF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4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hd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+mj-lt"/>
          <a:ea typeface="MS PGothic" pitchFamily="34" charset="-128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>
            <a:extLst>
              <a:ext uri="{FF2B5EF4-FFF2-40B4-BE49-F238E27FC236}">
                <a16:creationId xmlns:a16="http://schemas.microsoft.com/office/drawing/2014/main" id="{D11F4C20-99BA-4187-8614-954C46598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63602" y="485775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2812BB5-45E6-46F9-BDE4-3BFE09189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2" y="1798638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BED93E-75C8-4249-8916-80F902747CA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1" i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</a:lstStyle>
          <a:p>
            <a:fld id="{4DFC6EE9-55D9-4100-8598-B06FF930A43B}" type="slidenum">
              <a:rPr lang="en-US" altLang="en-US" smtClean="0"/>
              <a:pPr/>
              <a:t>‹#›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23116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9pPr>
    </p:titleStyle>
    <p:bodyStyle>
      <a:lvl1pPr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anose="020B0604020202020204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96E8-DFEC-4D88-8859-0FA44E5C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948" y="326066"/>
            <a:ext cx="10925504" cy="3406838"/>
          </a:xfrm>
          <a:solidFill>
            <a:srgbClr val="660066"/>
          </a:solidFill>
        </p:spPr>
        <p:txBody>
          <a:bodyPr/>
          <a:lstStyle/>
          <a:p>
            <a:br>
              <a:rPr lang="en-GB" sz="2400" dirty="0">
                <a:solidFill>
                  <a:schemeClr val="bg1"/>
                </a:solidFill>
              </a:rPr>
            </a:br>
            <a:r>
              <a:rPr lang="en-GB" sz="2800" b="1" dirty="0">
                <a:solidFill>
                  <a:schemeClr val="bg1"/>
                </a:solidFill>
              </a:rPr>
              <a:t>CQC Architecture Governance</a:t>
            </a:r>
            <a:br>
              <a:rPr lang="en-GB" sz="2800" b="1" dirty="0">
                <a:solidFill>
                  <a:schemeClr val="bg1"/>
                </a:solidFill>
              </a:rPr>
            </a:b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r>
              <a:rPr lang="en-GB" sz="2800" dirty="0">
                <a:solidFill>
                  <a:schemeClr val="bg1"/>
                </a:solidFill>
                <a:cs typeface="Arial"/>
              </a:rPr>
              <a:t>Architecture Options Paper</a:t>
            </a: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r>
              <a:rPr lang="en-GB" sz="1800" b="1" dirty="0">
                <a:solidFill>
                  <a:schemeClr val="bg1"/>
                </a:solidFill>
              </a:rPr>
              <a:t>Project: [Project / initiative name]</a:t>
            </a:r>
            <a:br>
              <a:rPr lang="en-GB" sz="1800" b="1" dirty="0">
                <a:solidFill>
                  <a:schemeClr val="bg1"/>
                </a:solidFill>
              </a:rPr>
            </a:br>
            <a:r>
              <a:rPr lang="en-GB" sz="1800" b="1" dirty="0">
                <a:solidFill>
                  <a:schemeClr val="bg1"/>
                </a:solidFill>
              </a:rPr>
              <a:t>Date Published: [Month Year]</a:t>
            </a:r>
            <a:br>
              <a:rPr lang="en-GB" sz="1800" dirty="0">
                <a:solidFill>
                  <a:schemeClr val="bg1"/>
                </a:solidFill>
              </a:rPr>
            </a:br>
            <a:endParaRPr lang="en-GB" sz="1800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26FA6-153B-3825-29E3-DF18D02B66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0948" y="3910212"/>
            <a:ext cx="10925504" cy="960801"/>
          </a:xfrm>
        </p:spPr>
        <p:txBody>
          <a:bodyPr/>
          <a:lstStyle/>
          <a:p>
            <a:r>
              <a:rPr lang="en-GB" sz="1800"/>
              <a:t>[Author name] – [Role / job title]</a:t>
            </a:r>
          </a:p>
        </p:txBody>
      </p:sp>
    </p:spTree>
    <p:extLst>
      <p:ext uri="{BB962C8B-B14F-4D97-AF65-F5344CB8AC3E}">
        <p14:creationId xmlns:p14="http://schemas.microsoft.com/office/powerpoint/2010/main" val="4126488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Version Control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224961"/>
              </p:ext>
            </p:extLst>
          </p:nvPr>
        </p:nvGraphicFramePr>
        <p:xfrm>
          <a:off x="680721" y="1260001"/>
          <a:ext cx="10942319" cy="1521865"/>
        </p:xfrm>
        <a:graphic>
          <a:graphicData uri="http://schemas.openxmlformats.org/drawingml/2006/table">
            <a:tbl>
              <a:tblPr firstRow="1" bandRow="1"/>
              <a:tblGrid>
                <a:gridCol w="808745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4660032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1471018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4002524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Version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Author (A) / Reviewers (R) / Consult (C)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Date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Comments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0.1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[Author name] (A)</a:t>
                      </a:r>
                    </a:p>
                    <a:p>
                      <a:r>
                        <a:rPr lang="en-GB" sz="1200"/>
                        <a:t>[Reviewer name] (R)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[DD/MM/YY]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Initial draft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DF0DA5-E172-B958-9B16-37C6271ABE49}"/>
              </a:ext>
            </a:extLst>
          </p:cNvPr>
          <p:cNvSpPr txBox="1"/>
          <p:nvPr/>
        </p:nvSpPr>
        <p:spPr>
          <a:xfrm>
            <a:off x="627802" y="1352001"/>
            <a:ext cx="1107863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This document is </a:t>
            </a:r>
            <a:r>
              <a:rPr lang="en-GB" altLang="en-US" sz="1200" b="1" bmk="_Toc247988889">
                <a:solidFill>
                  <a:srgbClr val="000000"/>
                </a:solidFill>
                <a:latin typeface="Arial"/>
                <a:ea typeface="Calibri"/>
                <a:cs typeface="Arial"/>
              </a:rPr>
              <a:t>distributed to</a:t>
            </a: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:</a:t>
            </a:r>
            <a:endParaRPr kumimoji="0" lang="en-GB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FB8DF-EB23-9C94-367D-FE93AD5C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>
                <a:solidFill>
                  <a:schemeClr val="bg1">
                    <a:lumMod val="95000"/>
                  </a:schemeClr>
                </a:solidFill>
                <a:cs typeface="Arial"/>
              </a:rPr>
              <a:t>Architecture Distribution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37A27-75C5-A6DE-223D-78B6F53C57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DDAC0-1426-DBEA-A19C-7D6F6890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955060"/>
              </p:ext>
            </p:extLst>
          </p:nvPr>
        </p:nvGraphicFramePr>
        <p:xfrm>
          <a:off x="627802" y="1948661"/>
          <a:ext cx="9172932" cy="2455134"/>
        </p:xfrm>
        <a:graphic>
          <a:graphicData uri="http://schemas.openxmlformats.org/drawingml/2006/table">
            <a:tbl>
              <a:tblPr firstRow="1" firstCol="1" bandRow="1"/>
              <a:tblGrid>
                <a:gridCol w="1775595">
                  <a:extLst>
                    <a:ext uri="{9D8B030D-6E8A-4147-A177-3AD203B41FA5}">
                      <a16:colId xmlns:a16="http://schemas.microsoft.com/office/drawing/2014/main" val="3333872984"/>
                    </a:ext>
                  </a:extLst>
                </a:gridCol>
                <a:gridCol w="5419068">
                  <a:extLst>
                    <a:ext uri="{9D8B030D-6E8A-4147-A177-3AD203B41FA5}">
                      <a16:colId xmlns:a16="http://schemas.microsoft.com/office/drawing/2014/main" val="997251457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53615460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4148479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Version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23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/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 xml:space="preserve">Deputy Director of Architecture 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205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Deputy Director of  Modern Workspace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9512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Deputy Director of Engineering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5131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Enterprise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7498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Enterprise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5739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Solutions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170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Solutions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9941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Business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17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594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8845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30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Purpose &amp; Decision Sought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Purpose: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lvl="1">
              <a:defRPr/>
            </a:pPr>
            <a:r>
              <a:rPr kumimoji="0" lang="en-GB" sz="1400" b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why this paper exists and the capability or problem it addresses, in one or two sentences.]</a:t>
            </a:r>
            <a:endParaRPr lang="en-GB" sz="1400" kern="0" dirty="0">
              <a:solidFill>
                <a:srgbClr val="000000"/>
              </a:solidFill>
              <a:latin typeface="Arial"/>
              <a:ea typeface="MS PGothic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Decision Sought: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lvl="1">
              <a:defRPr/>
            </a:pPr>
            <a:r>
              <a:rPr kumimoji="0" lang="en-GB" sz="1400" b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specific decision the Architecture Review Board is being asked to make.]</a:t>
            </a:r>
            <a:endParaRPr lang="en-GB" sz="14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Arial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recommended option and the headline reason it is preferred.]</a:t>
            </a:r>
            <a:endParaRPr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  <p:extLst>
    <p:ext uri="{6950BFC3-D8DA-4A85-94F7-54DA5524770B}"/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8C8E7-6A6B-7706-AF58-0A07714D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95BB65-EDCA-FBC1-5B91-B385376D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1" y="209749"/>
            <a:ext cx="7437967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Background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040FE-5DD0-960D-A5D9-96312B731F04}"/>
              </a:ext>
            </a:extLst>
          </p:cNvPr>
          <p:cNvSpPr txBox="1"/>
          <p:nvPr/>
        </p:nvSpPr>
        <p:spPr bwMode="auto">
          <a:xfrm>
            <a:off x="225232" y="1260001"/>
            <a:ext cx="11621328" cy="1969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GB" alt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[Summarise the current situation, systems or constraints that prompted this paper.]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GB" alt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[Note any drivers for change, for example end of support, cost, risk or strategic alignment.]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49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5CE7-7B41-AB5E-884D-A3C67F52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A6F5F-5195-10C7-E9D7-9468D401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1" y="209749"/>
            <a:ext cx="7755468" cy="906463"/>
          </a:xfrm>
        </p:spPr>
        <p:txBody>
          <a:bodyPr/>
          <a:lstStyle/>
          <a:p>
            <a:r>
              <a:rPr lang="en-GB" sz="2000">
                <a:latin typeface="+mj-lt"/>
              </a:rPr>
              <a:t xml:space="preserve">Options </a:t>
            </a:r>
            <a:r>
              <a:rPr lang="en-GB">
                <a:latin typeface="+mj-lt"/>
              </a:rPr>
              <a:t>Summary</a:t>
            </a:r>
            <a:endParaRPr lang="en-GB" sz="2000">
              <a:latin typeface="+mj-lt"/>
            </a:endParaRPr>
          </a:p>
        </p:txBody>
      </p:sp>
      <p:sp>
        <p:nvSpPr>
          <p:cNvPr id="37" name="Slide Number Placeholder 4">
            <a:extLst>
              <a:ext uri="{FF2B5EF4-FFF2-40B4-BE49-F238E27FC236}">
                <a16:creationId xmlns:a16="http://schemas.microsoft.com/office/drawing/2014/main" id="{A07E6C49-D83D-0CE4-A3FA-1C0AF8F8CA6A}"/>
              </a:ext>
            </a:extLst>
          </p:cNvPr>
          <p:cNvSpPr txBox="1">
            <a:spLocks/>
          </p:cNvSpPr>
          <p:nvPr/>
        </p:nvSpPr>
        <p:spPr>
          <a:xfrm>
            <a:off x="10632514" y="6564408"/>
            <a:ext cx="1153086" cy="24279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F71935C-54CC-46AC-AF0E-809229D814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srgbClr val="142855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142855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Rectangle 187">
            <a:extLst>
              <a:ext uri="{FF2B5EF4-FFF2-40B4-BE49-F238E27FC236}">
                <a16:creationId xmlns:a16="http://schemas.microsoft.com/office/drawing/2014/main" id="{B642368A-EF5B-5C74-00B8-C104676FF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7532" y="1641118"/>
            <a:ext cx="4672012" cy="2338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1" i="0" u="none" strike="noStrike" kern="0" cap="none" spc="0" normalizeH="0" baseline="0" noProof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aphicFrame>
        <p:nvGraphicFramePr>
          <p:cNvPr id="39" name="Group 168">
            <a:extLst>
              <a:ext uri="{FF2B5EF4-FFF2-40B4-BE49-F238E27FC236}">
                <a16:creationId xmlns:a16="http://schemas.microsoft.com/office/drawing/2014/main" id="{15B5677A-8B35-AF5E-1449-0416E97ACC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7863570"/>
              </p:ext>
            </p:extLst>
          </p:nvPr>
        </p:nvGraphicFramePr>
        <p:xfrm>
          <a:off x="536878" y="1224646"/>
          <a:ext cx="11248720" cy="2728418"/>
        </p:xfrm>
        <a:graphic>
          <a:graphicData uri="http://schemas.openxmlformats.org/drawingml/2006/table">
            <a:tbl>
              <a:tblPr/>
              <a:tblGrid>
                <a:gridCol w="681687">
                  <a:extLst>
                    <a:ext uri="{9D8B030D-6E8A-4147-A177-3AD203B41FA5}">
                      <a16:colId xmlns:a16="http://schemas.microsoft.com/office/drawing/2014/main" val="1577332914"/>
                    </a:ext>
                  </a:extLst>
                </a:gridCol>
                <a:gridCol w="1869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7091">
                  <a:extLst>
                    <a:ext uri="{9D8B030D-6E8A-4147-A177-3AD203B41FA5}">
                      <a16:colId xmlns:a16="http://schemas.microsoft.com/office/drawing/2014/main" val="2937129699"/>
                    </a:ext>
                  </a:extLst>
                </a:gridCol>
                <a:gridCol w="9811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4265">
                  <a:extLst>
                    <a:ext uri="{9D8B030D-6E8A-4147-A177-3AD203B41FA5}">
                      <a16:colId xmlns:a16="http://schemas.microsoft.com/office/drawing/2014/main" val="3671297273"/>
                    </a:ext>
                  </a:extLst>
                </a:gridCol>
                <a:gridCol w="992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5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841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Option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Name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 xml:space="preserve">Cost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Security Risk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Ops Support Fit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Delivery Confidence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Time to Deliver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Architecture Fit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Key Characteristics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100"/>
                        <a:t>[Option 1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 xml:space="preserve"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100"/>
                        <a:t>[Option 2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[Option 3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77926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[Option 4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56077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366C81-86C1-CB71-E11D-4848C79142E6}"/>
              </a:ext>
            </a:extLst>
          </p:cNvPr>
          <p:cNvSpPr txBox="1"/>
          <p:nvPr/>
        </p:nvSpPr>
        <p:spPr>
          <a:xfrm>
            <a:off x="536879" y="4250000"/>
            <a:ext cx="1124872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/>
              <a:t>Recommendation: [Option X] – [Option name]</a:t>
            </a:r>
            <a:r>
              <a:rPr lang="en-GB" altLang="en-US" sz="1400" b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br>
              <a:rPr lang="en-GB" sz="1400"/>
            </a:br>
            <a:r>
              <a:rPr lang="en-GB" sz="1200"/>
              <a:t>[State why this option is recommended: how it addresses the challenges and aligns with CQC strategy.]</a:t>
            </a:r>
            <a:endParaRPr lang="en-GB" sz="1400"/>
          </a:p>
        </p:txBody>
      </p:sp>
    </p:spTree>
    <p:extLst>
      <p:ext uri="{BB962C8B-B14F-4D97-AF65-F5344CB8AC3E}">
        <p14:creationId xmlns:p14="http://schemas.microsoft.com/office/powerpoint/2010/main" val="3730074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FA03-FAF9-B690-DE23-DD56ECD4D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708B085-3F1A-3E25-C1B0-DE15827D85C4}"/>
              </a:ext>
            </a:extLst>
          </p:cNvPr>
          <p:cNvSpPr txBox="1"/>
          <p:nvPr/>
        </p:nvSpPr>
        <p:spPr>
          <a:xfrm>
            <a:off x="627802" y="1351326"/>
            <a:ext cx="11157798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F2F3D-4E75-F7A1-0201-A59CC7CE9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9022079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1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700BC-943A-110B-68F3-34ADCB7015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D208D353-8658-CF04-74BD-86E63A563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996126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6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9FFA04CF-2BFB-3268-C154-52F2E3729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25390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15114837-3902-7C92-F901-6A6D4C03EC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19878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10D8F748-C4EE-0364-3340-9B0407A800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858531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64D5CA5F-191D-777A-67C2-43B7A87A7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40941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B730DFDC-AF99-81D4-849D-39DE42821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877413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D01D4F5E-7BF8-03B9-3663-E19DB0B42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5429785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3025093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AE5C-9F45-1B26-C41F-4B54B96BE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AEF8C9C-C5E4-8B21-EC9D-D32AEBFC8725}"/>
              </a:ext>
            </a:extLst>
          </p:cNvPr>
          <p:cNvSpPr txBox="1"/>
          <p:nvPr/>
        </p:nvSpPr>
        <p:spPr>
          <a:xfrm>
            <a:off x="539475" y="1274127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54034-9F28-1397-1298-FB611DE27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9022079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2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09567-40C4-0230-306E-C695C54C5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8AEE2796-FDA1-C7E2-4C77-12550670B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930168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5BE58A41-9463-3D31-F482-8723D902BC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259427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AC9C1744-0269-4E91-CB1D-996A377AB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19154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6540FE5C-B24D-EE6C-A141-8ACBF5421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851768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15AD0500-C71B-C336-B146-7B247BCC2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44041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A4E9AE12-1FDE-19A1-B561-EAD26715F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4863000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0B7E1A21-C683-A3A9-87B8-1C1C2426C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5420979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2433281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92E1-F833-5BB2-0819-32336F1FC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1F4CE58-7EB0-BB60-0021-9B98C63C9C58}"/>
              </a:ext>
            </a:extLst>
          </p:cNvPr>
          <p:cNvSpPr txBox="1"/>
          <p:nvPr/>
        </p:nvSpPr>
        <p:spPr>
          <a:xfrm>
            <a:off x="543854" y="1409886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3FD200-DF29-C72B-1D07-AB2BBB048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3" y="213644"/>
            <a:ext cx="8896094" cy="906463"/>
          </a:xfrm>
        </p:spPr>
        <p:txBody>
          <a:bodyPr/>
          <a:lstStyle/>
          <a:p>
            <a:r>
              <a:rPr lang="en-US" dirty="0">
                <a:cs typeface="Arial"/>
              </a:rPr>
              <a:t xml:space="preserve">Option 3 – </a:t>
            </a:r>
            <a:r>
              <a:rPr lang="en-GB" altLang="en-US" dirty="0">
                <a:cs typeface="Arial"/>
              </a:rPr>
              <a:t>[Option name]</a:t>
            </a:r>
            <a:endParaRPr lang="en-GB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43350-CB15-D96A-BBEA-6C4C651BF4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DB377E20-04D0-5AEC-A66A-F30B7014A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236381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lang="en-GB" altLang="en-US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Arial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Arial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78FB7E87-8DC3-14C0-9F42-CC27E3698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259427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6CC2357A-68FA-2FF8-F708-18F70296A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19154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FDC10B99-D80B-3922-6629-527AB34AF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851768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4CD976D2-3EA3-A1B0-00F9-513972731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44041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8BDEDD66-BA9B-BFEC-1FB0-35705DA15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4880668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411A2504-0346-612D-C2C7-14DDDB810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5420979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3848075084"/>
      </p:ext>
    </p:extLst>
  </p:cSld>
  <p:clrMapOvr>
    <a:masterClrMapping/>
  </p:clrMapOvr>
  <p:extLst>
    <p:ext uri="{6950BFC3-D8DA-4A85-94F7-54DA5524770B}"/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D8555-DD49-A656-FA46-E90DB716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01ACE9-ACB5-4325-96CC-121E6EFD24CC}"/>
              </a:ext>
            </a:extLst>
          </p:cNvPr>
          <p:cNvSpPr txBox="1"/>
          <p:nvPr/>
        </p:nvSpPr>
        <p:spPr>
          <a:xfrm>
            <a:off x="539475" y="1274127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298585-7003-92B8-D630-6A33A7C0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8962512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4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75F23-BFC4-BB4F-476E-86271C57CD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671C1740-908C-44BD-1148-F623AD9D3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034848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B6A3A9E1-8256-149A-6230-EB5DD43E1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2489548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7B875E1B-95CB-1F6F-FCDE-64E9B2927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19878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9006E466-0171-6E93-F0B1-2D29CDC91E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858531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383BF667-26A2-C579-403B-D262083F5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40941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216F6F7A-10B4-EFD9-C26F-FED07AA5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877413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2B733991-CA82-9273-74E9-9EC7691A6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5429785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2968895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7A7C-281E-0BF7-FA0D-00541A7EE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465E1-FD45-F61F-B0C4-9DF612981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80" y="1260000"/>
            <a:ext cx="11104880" cy="4318000"/>
          </a:xfrm>
        </p:spPr>
        <p:txBody>
          <a:bodyPr/>
          <a:lstStyle/>
          <a:p>
            <a:pPr marL="0" indent="0"/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[List the next steps, owners and indicative timescales following the decision.]</a:t>
            </a:r>
          </a:p>
          <a:p>
            <a:pPr marL="0" indent="0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9E50-8FAA-2799-1872-B126F48A2B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289609"/>
      </p:ext>
    </p:extLst>
  </p:cSld>
  <p:clrMapOvr>
    <a:masterClrMapping/>
  </p:clrMapOvr>
</p:sld>
</file>

<file path=ppt/theme/theme1.xml><?xml version="1.0" encoding="utf-8"?>
<a:theme xmlns:a="http://schemas.openxmlformats.org/drawingml/2006/main" name="GDS style presentation template (letterbox version)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5384C888-AC54-45D8-8A09-45E34B9E2D03}" vid="{0CD51092-7938-41E1-8020-29856681787F}"/>
    </a:ext>
  </a:extLst>
</a:theme>
</file>

<file path=ppt/theme/theme2.xml><?xml version="1.0" encoding="utf-8"?>
<a:theme xmlns:a="http://schemas.openxmlformats.org/drawingml/2006/main" name="4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alpha val="0"/>
          </a:schemeClr>
        </a:solidFill>
        <a:ln w="31750" cap="flat" cmpd="sng" algn="ctr">
          <a:solidFill>
            <a:srgbClr val="9966F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ln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5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MS PGothic"/>
        <a:cs typeface=""/>
      </a:majorFont>
      <a:minorFont>
        <a:latin typeface="Arial"/>
        <a:ea typeface="MS P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algn="l" defTabSz="914400">
          <a:defRPr sz="1600" kern="0" dirty="0"/>
        </a:defPPr>
      </a:lstStyle>
    </a:tx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7B95FAF6D49847B5407CCD479A3C03" ma:contentTypeVersion="17" ma:contentTypeDescription="Create a new document." ma:contentTypeScope="" ma:versionID="ccbdcda38a9a8d72c37c6beb6eb1397e">
  <xsd:schema xmlns:xsd="http://www.w3.org/2001/XMLSchema" xmlns:xs="http://www.w3.org/2001/XMLSchema" xmlns:p="http://schemas.microsoft.com/office/2006/metadata/properties" xmlns:ns2="df3a5d0e-346d-4c9d-bf7b-a87519cbe8e9" xmlns:ns3="02060e14-903b-46b0-9c4c-c29d7e6ac6ab" targetNamespace="http://schemas.microsoft.com/office/2006/metadata/properties" ma:root="true" ma:fieldsID="8c33dfe35c5ebb10db7cb654425db13c" ns2:_="" ns3:_="">
    <xsd:import namespace="df3a5d0e-346d-4c9d-bf7b-a87519cbe8e9"/>
    <xsd:import namespace="02060e14-903b-46b0-9c4c-c29d7e6ac6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5d0e-346d-4c9d-bf7b-a87519cbe8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8df9d8e5-705b-4129-800a-08ca17c575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060e14-903b-46b0-9c4c-c29d7e6ac6ab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54d070d-bffa-49df-a41d-abc9c5920571}" ma:internalName="TaxCatchAll" ma:showField="CatchAllData" ma:web="02060e14-903b-46b0-9c4c-c29d7e6ac6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3a5d0e-346d-4c9d-bf7b-a87519cbe8e9">
      <Terms xmlns="http://schemas.microsoft.com/office/infopath/2007/PartnerControls"/>
    </lcf76f155ced4ddcb4097134ff3c332f>
    <TaxCatchAll xmlns="02060e14-903b-46b0-9c4c-c29d7e6ac6a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59BE877-776B-46D1-82EF-666E863BFB9D}">
  <ds:schemaRefs>
    <ds:schemaRef ds:uri="02060e14-903b-46b0-9c4c-c29d7e6ac6ab"/>
    <ds:schemaRef ds:uri="df3a5d0e-346d-4c9d-bf7b-a87519cbe8e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949FD7F-F664-493C-BB4A-F9CEFE39A547}">
  <ds:schemaRefs>
    <ds:schemaRef ds:uri="02060e14-903b-46b0-9c4c-c29d7e6ac6ab"/>
    <ds:schemaRef ds:uri="df3a5d0e-346d-4c9d-bf7b-a87519cbe8e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39F88FE-CC7A-42BF-8A19-8912D18231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326</Words>
  <Application>Microsoft Office PowerPoint</Application>
  <PresentationFormat>Widescreen</PresentationFormat>
  <Paragraphs>137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Wingdings</vt:lpstr>
      <vt:lpstr>Wingdings 2</vt:lpstr>
      <vt:lpstr>GDS style presentation template (letterbox version)</vt:lpstr>
      <vt:lpstr>4_20205_CQC_Template</vt:lpstr>
      <vt:lpstr>5_20205_CQC_Template</vt:lpstr>
      <vt:lpstr> CQC Architecture Governance  Architecture Options Paper –   Project: Date Published: Feb 2026 </vt:lpstr>
      <vt:lpstr>Version Control</vt:lpstr>
      <vt:lpstr>Architecture Distribution</vt:lpstr>
      <vt:lpstr>Purpose &amp; Decision Sought</vt:lpstr>
      <vt:lpstr>Background</vt:lpstr>
      <vt:lpstr>Options Summary</vt:lpstr>
      <vt:lpstr>Option 1 – </vt:lpstr>
      <vt:lpstr>Option 2 – </vt:lpstr>
      <vt:lpstr>Option 3 – Hybrid Approach – </vt:lpstr>
      <vt:lpstr>Option 4 – </vt:lpstr>
      <vt:lpstr>Next Steps</vt:lpstr>
    </vt:vector>
  </TitlesOfParts>
  <Company>Care Quality Commission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 Bhatt</dc:creator>
  <cp:lastModifiedBy>David Garner</cp:lastModifiedBy>
  <cp:revision>2</cp:revision>
  <dcterms:created xsi:type="dcterms:W3CDTF">2025-05-22T10:07:50Z</dcterms:created>
  <dcterms:modified xsi:type="dcterms:W3CDTF">2026-03-10T15:19:15Z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0x010100F27B95FAF6D49847B5407CCD479A3C03</vt:lpwstr>
  </property>
</Properties>
</file>