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3" r:id="rId5"/>
    <p:sldMasterId id="2147483676" r:id="rId6"/>
  </p:sldMasterIdLst>
  <p:notesMasterIdLst>
    <p:notesMasterId r:id="rId18"/>
  </p:notesMasterIdLst>
  <p:sldIdLst>
    <p:sldId id="257" r:id="rId7"/>
    <p:sldId id="2146848187" r:id="rId8"/>
    <p:sldId id="2146848189" r:id="rId9"/>
    <p:sldId id="2076137808" r:id="rId10"/>
    <p:sldId id="2146848196" r:id="rId11"/>
    <p:sldId id="2146848191" r:id="rId12"/>
    <p:sldId id="2146848190" r:id="rId13"/>
    <p:sldId id="2146848205" r:id="rId14"/>
    <p:sldId id="2146848207" r:id="rId15"/>
    <p:sldId id="2146848206" r:id="rId16"/>
    <p:sldId id="21468482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FF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Garner" userId="cbc71e14-412f-4b37-aa29-5df278a55e78" providerId="ADAL" clId="{4C455729-D58E-47AC-885D-38546FA59D0A}"/>
    <pc:docChg chg="undo custSel modSld">
      <pc:chgData name="David Garner" userId="cbc71e14-412f-4b37-aa29-5df278a55e78" providerId="ADAL" clId="{4C455729-D58E-47AC-885D-38546FA59D0A}" dt="2026-03-10T15:19:08.536" v="47" actId="478"/>
      <pc:docMkLst>
        <pc:docMk/>
      </pc:docMkLst>
      <pc:sldChg chg="modSp mod">
        <pc:chgData name="David Garner" userId="cbc71e14-412f-4b37-aa29-5df278a55e78" providerId="ADAL" clId="{4C455729-D58E-47AC-885D-38546FA59D0A}" dt="2026-03-10T15:15:53.552" v="1" actId="20577"/>
        <pc:sldMkLst>
          <pc:docMk/>
          <pc:sldMk cId="4126488310" sldId="257"/>
        </pc:sldMkLst>
        <pc:spChg chg="mod">
          <ac:chgData name="David Garner" userId="cbc71e14-412f-4b37-aa29-5df278a55e78" providerId="ADAL" clId="{4C455729-D58E-47AC-885D-38546FA59D0A}" dt="2026-03-10T15:15:53.552" v="1" actId="20577"/>
          <ac:spMkLst>
            <pc:docMk/>
            <pc:sldMk cId="4126488310" sldId="257"/>
            <ac:spMk id="2" creationId="{5C0396E8-DFEC-4D88-8859-0FA44E5C5762}"/>
          </ac:spMkLst>
        </pc:spChg>
      </pc:sldChg>
      <pc:sldChg chg="modSp mod modCm">
        <pc:chgData name="David Garner" userId="cbc71e14-412f-4b37-aa29-5df278a55e78" providerId="ADAL" clId="{4C455729-D58E-47AC-885D-38546FA59D0A}" dt="2026-03-10T15:16:22.907" v="7" actId="20577"/>
        <pc:sldMkLst>
          <pc:docMk/>
          <pc:sldMk cId="3878893730" sldId="2076137808"/>
        </pc:sldMkLst>
        <pc:spChg chg="mod">
          <ac:chgData name="David Garner" userId="cbc71e14-412f-4b37-aa29-5df278a55e78" providerId="ADAL" clId="{4C455729-D58E-47AC-885D-38546FA59D0A}" dt="2026-03-10T15:16:22.907" v="7" actId="20577"/>
          <ac:spMkLst>
            <pc:docMk/>
            <pc:sldMk cId="3878893730" sldId="2076137808"/>
            <ac:spMk id="4" creationId="{A0DC7336-6350-6FCE-EFF7-ECF470305BF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avid Garner" userId="cbc71e14-412f-4b37-aa29-5df278a55e78" providerId="ADAL" clId="{4C455729-D58E-47AC-885D-38546FA59D0A}" dt="2026-03-10T15:16:22.907" v="7" actId="20577"/>
              <pc2:cmMkLst xmlns:pc2="http://schemas.microsoft.com/office/powerpoint/2019/9/main/command">
                <pc:docMk/>
                <pc:sldMk cId="3878893730" sldId="2076137808"/>
                <pc2:cmMk id="{9B0741D5-54B3-44F3-B567-FF9843DF53EB}"/>
              </pc2:cmMkLst>
            </pc226:cmChg>
            <pc226:cmChg xmlns:pc226="http://schemas.microsoft.com/office/powerpoint/2022/06/main/command" chg="mod">
              <pc226:chgData name="David Garner" userId="cbc71e14-412f-4b37-aa29-5df278a55e78" providerId="ADAL" clId="{4C455729-D58E-47AC-885D-38546FA59D0A}" dt="2026-03-10T15:16:22.907" v="7" actId="20577"/>
              <pc2:cmMkLst xmlns:pc2="http://schemas.microsoft.com/office/powerpoint/2019/9/main/command">
                <pc:docMk/>
                <pc:sldMk cId="3878893730" sldId="2076137808"/>
                <pc2:cmMk id="{F9A3C6DD-DB90-4E56-B4E1-B093E14BE0CA}"/>
              </pc2:cmMkLst>
            </pc226:cmChg>
          </p:ext>
        </pc:extLst>
      </pc:sldChg>
      <pc:sldChg chg="modSp mod">
        <pc:chgData name="David Garner" userId="cbc71e14-412f-4b37-aa29-5df278a55e78" providerId="ADAL" clId="{4C455729-D58E-47AC-885D-38546FA59D0A}" dt="2026-03-10T15:17:23.415" v="20" actId="20577"/>
        <pc:sldMkLst>
          <pc:docMk/>
          <pc:sldMk cId="3025093604" sldId="2146848190"/>
        </pc:sldMkLst>
        <pc:spChg chg="mod">
          <ac:chgData name="David Garner" userId="cbc71e14-412f-4b37-aa29-5df278a55e78" providerId="ADAL" clId="{4C455729-D58E-47AC-885D-38546FA59D0A}" dt="2026-03-10T15:17:13.236" v="17" actId="20577"/>
          <ac:spMkLst>
            <pc:docMk/>
            <pc:sldMk cId="3025093604" sldId="2146848190"/>
            <ac:spMk id="2" creationId="{EBBF2F3D-4E75-F7A1-0201-A59CC7CE981A}"/>
          </ac:spMkLst>
        </pc:spChg>
        <pc:spChg chg="mod">
          <ac:chgData name="David Garner" userId="cbc71e14-412f-4b37-aa29-5df278a55e78" providerId="ADAL" clId="{4C455729-D58E-47AC-885D-38546FA59D0A}" dt="2026-03-10T15:17:23.415" v="20" actId="20577"/>
          <ac:spMkLst>
            <pc:docMk/>
            <pc:sldMk cId="3025093604" sldId="2146848190"/>
            <ac:spMk id="7" creationId="{5708B085-3F1A-3E25-C1B0-DE15827D85C4}"/>
          </ac:spMkLst>
        </pc:spChg>
        <pc:graphicFrameChg chg="modGraphic">
          <ac:chgData name="David Garner" userId="cbc71e14-412f-4b37-aa29-5df278a55e78" providerId="ADAL" clId="{4C455729-D58E-47AC-885D-38546FA59D0A}" dt="2026-03-10T15:17:06.441" v="16" actId="2164"/>
          <ac:graphicFrameMkLst>
            <pc:docMk/>
            <pc:sldMk cId="3025093604" sldId="2146848190"/>
            <ac:graphicFrameMk id="9" creationId="{D208D353-8658-CF04-74BD-86E63A563793}"/>
          </ac:graphicFrameMkLst>
        </pc:graphicFrameChg>
      </pc:sldChg>
      <pc:sldChg chg="modSp mod">
        <pc:chgData name="David Garner" userId="cbc71e14-412f-4b37-aa29-5df278a55e78" providerId="ADAL" clId="{4C455729-D58E-47AC-885D-38546FA59D0A}" dt="2026-03-10T15:16:56.509" v="15" actId="2164"/>
        <pc:sldMkLst>
          <pc:docMk/>
          <pc:sldMk cId="3730074425" sldId="2146848191"/>
        </pc:sldMkLst>
        <pc:graphicFrameChg chg="modGraphic">
          <ac:chgData name="David Garner" userId="cbc71e14-412f-4b37-aa29-5df278a55e78" providerId="ADAL" clId="{4C455729-D58E-47AC-885D-38546FA59D0A}" dt="2026-03-10T15:16:56.509" v="15" actId="2164"/>
          <ac:graphicFrameMkLst>
            <pc:docMk/>
            <pc:sldMk cId="3730074425" sldId="2146848191"/>
            <ac:graphicFrameMk id="39" creationId="{15B5677A-8B35-AF5E-1449-0416E97ACC2E}"/>
          </ac:graphicFrameMkLst>
        </pc:graphicFrameChg>
      </pc:sldChg>
      <pc:sldChg chg="modSp mod">
        <pc:chgData name="David Garner" userId="cbc71e14-412f-4b37-aa29-5df278a55e78" providerId="ADAL" clId="{4C455729-D58E-47AC-885D-38546FA59D0A}" dt="2026-03-10T15:16:31.998" v="13" actId="20577"/>
        <pc:sldMkLst>
          <pc:docMk/>
          <pc:sldMk cId="1847491596" sldId="2146848196"/>
        </pc:sldMkLst>
        <pc:spChg chg="mod">
          <ac:chgData name="David Garner" userId="cbc71e14-412f-4b37-aa29-5df278a55e78" providerId="ADAL" clId="{4C455729-D58E-47AC-885D-38546FA59D0A}" dt="2026-03-10T15:16:31.998" v="13" actId="20577"/>
          <ac:spMkLst>
            <pc:docMk/>
            <pc:sldMk cId="1847491596" sldId="2146848196"/>
            <ac:spMk id="5" creationId="{29A040FE-5DD0-960D-A5D9-96312B731F04}"/>
          </ac:spMkLst>
        </pc:spChg>
      </pc:sldChg>
      <pc:sldChg chg="modSp mod">
        <pc:chgData name="David Garner" userId="cbc71e14-412f-4b37-aa29-5df278a55e78" providerId="ADAL" clId="{4C455729-D58E-47AC-885D-38546FA59D0A}" dt="2026-03-10T15:18:26.850" v="45" actId="20577"/>
        <pc:sldMkLst>
          <pc:docMk/>
          <pc:sldMk cId="3697289609" sldId="2146848203"/>
        </pc:sldMkLst>
        <pc:spChg chg="mod">
          <ac:chgData name="David Garner" userId="cbc71e14-412f-4b37-aa29-5df278a55e78" providerId="ADAL" clId="{4C455729-D58E-47AC-885D-38546FA59D0A}" dt="2026-03-10T15:18:26.850" v="45" actId="20577"/>
          <ac:spMkLst>
            <pc:docMk/>
            <pc:sldMk cId="3697289609" sldId="2146848203"/>
            <ac:spMk id="3" creationId="{999465E1-FD45-F61F-B0C4-9DF6129816E5}"/>
          </ac:spMkLst>
        </pc:spChg>
      </pc:sldChg>
      <pc:sldChg chg="modSp mod">
        <pc:chgData name="David Garner" userId="cbc71e14-412f-4b37-aa29-5df278a55e78" providerId="ADAL" clId="{4C455729-D58E-47AC-885D-38546FA59D0A}" dt="2026-03-10T15:17:36.555" v="24" actId="20577"/>
        <pc:sldMkLst>
          <pc:docMk/>
          <pc:sldMk cId="2433281103" sldId="2146848205"/>
        </pc:sldMkLst>
        <pc:spChg chg="mod">
          <ac:chgData name="David Garner" userId="cbc71e14-412f-4b37-aa29-5df278a55e78" providerId="ADAL" clId="{4C455729-D58E-47AC-885D-38546FA59D0A}" dt="2026-03-10T15:17:33.379" v="22" actId="20577"/>
          <ac:spMkLst>
            <pc:docMk/>
            <pc:sldMk cId="2433281103" sldId="2146848205"/>
            <ac:spMk id="2" creationId="{9C454034-9F28-1397-1298-FB611DE27529}"/>
          </ac:spMkLst>
        </pc:spChg>
        <pc:spChg chg="mod">
          <ac:chgData name="David Garner" userId="cbc71e14-412f-4b37-aa29-5df278a55e78" providerId="ADAL" clId="{4C455729-D58E-47AC-885D-38546FA59D0A}" dt="2026-03-10T15:17:36.555" v="24" actId="20577"/>
          <ac:spMkLst>
            <pc:docMk/>
            <pc:sldMk cId="2433281103" sldId="2146848205"/>
            <ac:spMk id="7" creationId="{1AEF8C9C-C5E4-8B21-EC9D-D32AEBFC8725}"/>
          </ac:spMkLst>
        </pc:spChg>
        <pc:graphicFrameChg chg="modGraphic">
          <ac:chgData name="David Garner" userId="cbc71e14-412f-4b37-aa29-5df278a55e78" providerId="ADAL" clId="{4C455729-D58E-47AC-885D-38546FA59D0A}" dt="2026-03-10T15:17:30.143" v="21" actId="2164"/>
          <ac:graphicFrameMkLst>
            <pc:docMk/>
            <pc:sldMk cId="2433281103" sldId="2146848205"/>
            <ac:graphicFrameMk id="9" creationId="{8AEE2796-FDA1-C7E2-4C77-12550670B4DA}"/>
          </ac:graphicFrameMkLst>
        </pc:graphicFrameChg>
      </pc:sldChg>
      <pc:sldChg chg="modSp mod">
        <pc:chgData name="David Garner" userId="cbc71e14-412f-4b37-aa29-5df278a55e78" providerId="ADAL" clId="{4C455729-D58E-47AC-885D-38546FA59D0A}" dt="2026-03-10T15:18:16.504" v="43" actId="20577"/>
        <pc:sldMkLst>
          <pc:docMk/>
          <pc:sldMk cId="2968895078" sldId="2146848206"/>
        </pc:sldMkLst>
        <pc:spChg chg="mod">
          <ac:chgData name="David Garner" userId="cbc71e14-412f-4b37-aa29-5df278a55e78" providerId="ADAL" clId="{4C455729-D58E-47AC-885D-38546FA59D0A}" dt="2026-03-10T15:18:16.504" v="43" actId="20577"/>
          <ac:spMkLst>
            <pc:docMk/>
            <pc:sldMk cId="2968895078" sldId="2146848206"/>
            <ac:spMk id="2" creationId="{FC298585-7003-92B8-D630-6A33A7C057E2}"/>
          </ac:spMkLst>
        </pc:spChg>
        <pc:spChg chg="mod">
          <ac:chgData name="David Garner" userId="cbc71e14-412f-4b37-aa29-5df278a55e78" providerId="ADAL" clId="{4C455729-D58E-47AC-885D-38546FA59D0A}" dt="2026-03-10T15:18:10.291" v="42" actId="20577"/>
          <ac:spMkLst>
            <pc:docMk/>
            <pc:sldMk cId="2968895078" sldId="2146848206"/>
            <ac:spMk id="7" creationId="{7901ACE9-ACB5-4325-96CC-121E6EFD24CC}"/>
          </ac:spMkLst>
        </pc:spChg>
        <pc:graphicFrameChg chg="modGraphic">
          <ac:chgData name="David Garner" userId="cbc71e14-412f-4b37-aa29-5df278a55e78" providerId="ADAL" clId="{4C455729-D58E-47AC-885D-38546FA59D0A}" dt="2026-03-10T15:18:05.796" v="40" actId="2164"/>
          <ac:graphicFrameMkLst>
            <pc:docMk/>
            <pc:sldMk cId="2968895078" sldId="2146848206"/>
            <ac:graphicFrameMk id="9" creationId="{671C1740-908C-44BD-1148-F623AD9D3A81}"/>
          </ac:graphicFrameMkLst>
        </pc:graphicFrameChg>
      </pc:sldChg>
      <pc:sldChg chg="delSp modSp mod modCm">
        <pc:chgData name="David Garner" userId="cbc71e14-412f-4b37-aa29-5df278a55e78" providerId="ADAL" clId="{4C455729-D58E-47AC-885D-38546FA59D0A}" dt="2026-03-10T15:19:08.536" v="47" actId="478"/>
        <pc:sldMkLst>
          <pc:docMk/>
          <pc:sldMk cId="3848075084" sldId="2146848207"/>
        </pc:sldMkLst>
        <pc:spChg chg="mod">
          <ac:chgData name="David Garner" userId="cbc71e14-412f-4b37-aa29-5df278a55e78" providerId="ADAL" clId="{4C455729-D58E-47AC-885D-38546FA59D0A}" dt="2026-03-10T15:17:50.016" v="37" actId="20577"/>
          <ac:spMkLst>
            <pc:docMk/>
            <pc:sldMk cId="3848075084" sldId="2146848207"/>
            <ac:spMk id="2" creationId="{1F3FD200-DF29-C72B-1D07-AB2BBB0485FF}"/>
          </ac:spMkLst>
        </pc:spChg>
        <pc:spChg chg="del">
          <ac:chgData name="David Garner" userId="cbc71e14-412f-4b37-aa29-5df278a55e78" providerId="ADAL" clId="{4C455729-D58E-47AC-885D-38546FA59D0A}" dt="2026-03-10T15:19:08.536" v="47" actId="478"/>
          <ac:spMkLst>
            <pc:docMk/>
            <pc:sldMk cId="3848075084" sldId="2146848207"/>
            <ac:spMk id="3" creationId="{FF3BA1EF-62AF-0C02-256D-78BB0C1E8498}"/>
          </ac:spMkLst>
        </pc:spChg>
        <pc:spChg chg="mod">
          <ac:chgData name="David Garner" userId="cbc71e14-412f-4b37-aa29-5df278a55e78" providerId="ADAL" clId="{4C455729-D58E-47AC-885D-38546FA59D0A}" dt="2026-03-10T15:17:54.062" v="39" actId="20577"/>
          <ac:spMkLst>
            <pc:docMk/>
            <pc:sldMk cId="3848075084" sldId="2146848207"/>
            <ac:spMk id="7" creationId="{F1F4CE58-7EB0-BB60-0021-9B98C63C9C58}"/>
          </ac:spMkLst>
        </pc:spChg>
        <pc:spChg chg="del">
          <ac:chgData name="David Garner" userId="cbc71e14-412f-4b37-aa29-5df278a55e78" providerId="ADAL" clId="{4C455729-D58E-47AC-885D-38546FA59D0A}" dt="2026-03-10T15:19:06.737" v="46" actId="478"/>
          <ac:spMkLst>
            <pc:docMk/>
            <pc:sldMk cId="3848075084" sldId="2146848207"/>
            <ac:spMk id="8" creationId="{8A63C4D1-7B77-CFAE-D45D-D80E6811D65A}"/>
          </ac:spMkLst>
        </pc:spChg>
        <pc:graphicFrameChg chg="modGraphic">
          <ac:chgData name="David Garner" userId="cbc71e14-412f-4b37-aa29-5df278a55e78" providerId="ADAL" clId="{4C455729-D58E-47AC-885D-38546FA59D0A}" dt="2026-03-10T15:17:42.250" v="25" actId="2164"/>
          <ac:graphicFrameMkLst>
            <pc:docMk/>
            <pc:sldMk cId="3848075084" sldId="2146848207"/>
            <ac:graphicFrameMk id="9" creationId="{DB377E20-04D0-5AEC-A66A-F30B7014A7A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avid Garner" userId="cbc71e14-412f-4b37-aa29-5df278a55e78" providerId="ADAL" clId="{4C455729-D58E-47AC-885D-38546FA59D0A}" dt="2026-03-10T15:17:54.062" v="39" actId="20577"/>
              <pc2:cmMkLst xmlns:pc2="http://schemas.microsoft.com/office/powerpoint/2019/9/main/command">
                <pc:docMk/>
                <pc:sldMk cId="3848075084" sldId="2146848207"/>
                <pc2:cmMk id="{9C42464A-4398-4ADC-A70E-374E906BA44E}"/>
              </pc2:cmMkLst>
            </pc226:cmChg>
            <pc226:cmChg xmlns:pc226="http://schemas.microsoft.com/office/powerpoint/2022/06/main/command" chg="mod">
              <pc226:chgData name="David Garner" userId="cbc71e14-412f-4b37-aa29-5df278a55e78" providerId="ADAL" clId="{4C455729-D58E-47AC-885D-38546FA59D0A}" dt="2026-03-10T15:17:54.062" v="39" actId="20577"/>
              <pc2:cmMkLst xmlns:pc2="http://schemas.microsoft.com/office/powerpoint/2019/9/main/command">
                <pc:docMk/>
                <pc:sldMk cId="3848075084" sldId="2146848207"/>
                <pc2:cmMk id="{E6DC9265-638B-43AF-A44A-AC3D579A92EB}"/>
              </pc2:cmMkLst>
            </pc226:cmChg>
            <pc226:cmChg xmlns:pc226="http://schemas.microsoft.com/office/powerpoint/2022/06/main/command" chg="mod">
              <pc226:chgData name="David Garner" userId="cbc71e14-412f-4b37-aa29-5df278a55e78" providerId="ADAL" clId="{4C455729-D58E-47AC-885D-38546FA59D0A}" dt="2026-03-10T15:17:54.062" v="39" actId="20577"/>
              <pc2:cmMkLst xmlns:pc2="http://schemas.microsoft.com/office/powerpoint/2019/9/main/command">
                <pc:docMk/>
                <pc:sldMk cId="3848075084" sldId="2146848207"/>
                <pc2:cmMk id="{22731B7E-2A90-4D9A-B372-9FEDD7CB7FED}"/>
              </pc2:cmMkLst>
            </pc226:cmChg>
          </p:ext>
        </pc:ext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922EC-2A61-4F4D-8DC4-BA287447E982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FEE7C-B619-407F-AB56-78E1EEBAE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205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FEE7C-B619-407F-AB56-78E1EEBAE23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222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FEE7C-B619-407F-AB56-78E1EEBAE23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060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FEE7C-B619-407F-AB56-78E1EEBAE23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11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2FB5-7DDC-B4B6-AC41-1F398EF50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3089B-6B96-E9C2-D135-81291D720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1B83B-7852-9D75-A125-4F14F7E6F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9749E-33D7-0B08-477B-80E358B32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FEE7C-B619-407F-AB56-78E1EEBAE23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254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D6EE2-A3B3-B844-FF54-4CA1DEBC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58434-F942-1E64-3AAD-2C4451470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6CC00-D41A-8807-4EFD-A312B29B1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AE356-BA1E-1FC5-2735-A5D5C9821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FEE7C-B619-407F-AB56-78E1EEBAE23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577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0A51E-032C-CB02-F282-85B20967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003D3-0047-11B3-F278-C99668006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F947A-485B-78AB-1902-4E0F911C5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D76B0-2057-A216-3E8D-6E8265E0B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FEE7C-B619-407F-AB56-78E1EEBAE23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23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emf"/><Relationship Id="rId5" Type="http://schemas.openxmlformats.org/officeDocument/2006/relationships/image" Target="../media/image3.emf"/><Relationship Id="rId4" Type="http://schemas.openxmlformats.org/officeDocument/2006/relationships/image" Target="../media/image7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5D2C-D0CC-42E8-9949-5A5502952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948" y="326066"/>
            <a:ext cx="10515600" cy="3102935"/>
          </a:xfrm>
          <a:prstGeom prst="rect">
            <a:avLst/>
          </a:prstGeom>
        </p:spPr>
        <p:txBody>
          <a:bodyPr/>
          <a:lstStyle>
            <a:lvl1pPr>
              <a:defRPr sz="96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A207B9-1364-4BEE-9442-FB1C2F89B7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0948" y="3910212"/>
            <a:ext cx="10515600" cy="96080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D2ABC5F-BF6D-4627-96BB-0F1F89C800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948" y="5168443"/>
            <a:ext cx="10515600" cy="767655"/>
          </a:xfrm>
        </p:spPr>
        <p:txBody>
          <a:bodyPr/>
          <a:lstStyle>
            <a:lvl1pPr>
              <a:defRPr sz="4267" b="0"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41615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FEF2EA-1063-4E84-98D8-1EC3C0F8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42" y="436522"/>
            <a:ext cx="10972319" cy="1325033"/>
          </a:xfrm>
          <a:prstGeom prst="rect">
            <a:avLst/>
          </a:prstGeom>
        </p:spPr>
        <p:txBody>
          <a:bodyPr/>
          <a:lstStyle>
            <a:lvl1pPr>
              <a:defRPr sz="5333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628A8322-546D-4F39-A2EF-5E9FF2B148A5}"/>
              </a:ext>
            </a:extLst>
          </p:cNvPr>
          <p:cNvSpPr txBox="1">
            <a:spLocks noGrp="1"/>
          </p:cNvSpPr>
          <p:nvPr>
            <p:ph idx="1" hasCustomPrompt="1"/>
          </p:nvPr>
        </p:nvSpPr>
        <p:spPr>
          <a:xfrm>
            <a:off x="609842" y="2900863"/>
            <a:ext cx="10972319" cy="10562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 sz="4267" b="0" i="0"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Key points here</a:t>
            </a:r>
          </a:p>
        </p:txBody>
      </p:sp>
    </p:spTree>
    <p:extLst>
      <p:ext uri="{BB962C8B-B14F-4D97-AF65-F5344CB8AC3E}">
        <p14:creationId xmlns:p14="http://schemas.microsoft.com/office/powerpoint/2010/main" val="155405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 flipV="1">
            <a:off x="599024" y="1528763"/>
            <a:ext cx="8157633" cy="2159000"/>
          </a:xfrm>
          <a:prstGeom prst="roundRect">
            <a:avLst>
              <a:gd name="adj" fmla="val 4407"/>
            </a:avLst>
          </a:prstGeom>
          <a:solidFill>
            <a:srgbClr val="5F2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altLang="en-US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863600" y="1676400"/>
            <a:ext cx="7620000" cy="990600"/>
          </a:xfrm>
        </p:spPr>
        <p:txBody>
          <a:bodyPr anchor="t"/>
          <a:lstStyle>
            <a:lvl1pPr>
              <a:defRPr sz="35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63600" y="2895600"/>
            <a:ext cx="4876800" cy="381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F571FC-6E97-69EA-31EF-4F7396B129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600" y="402288"/>
            <a:ext cx="3303217" cy="89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8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FCFCEEC5-67CA-4272-919E-2E502A95A6FE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A183B-5DF8-4406-9621-B39A6E1A71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9800" y="215420"/>
            <a:ext cx="3009928" cy="907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22FE96-DF01-76CB-8572-FE4BAB9BB4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34197" y="246079"/>
            <a:ext cx="2095531" cy="83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5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5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2FD071D1-C257-4411-BCB5-DDE8BB66ADF6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77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3604" y="1798639"/>
            <a:ext cx="5056717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3522" y="1798639"/>
            <a:ext cx="5056716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44564EAE-6637-4EC4-8C68-689B1FCD9011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26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7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04" y="1535117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0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C0C02A37-90C6-49D3-9CE4-7926A30ADE76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93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1FF9A2A7-9E3D-44C9-AA5C-CC50684E6DCB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38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083F09F2-4EC6-4996-A85C-C1EEBBFA2B5F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44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6AB1A26-5300-4A38-B5C0-8ACF468E7C59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74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4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85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3B662AF6-AAE4-42C9-8986-FEF3512836A0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010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2182DD6-5549-472D-B678-26399E91FF06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65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02151" y="485777"/>
            <a:ext cx="2578100" cy="56308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3600" y="485777"/>
            <a:ext cx="7535333" cy="5630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DCFA066C-E3F3-4F01-8F4F-8C3D567BF014}" type="slidenum">
              <a:rPr lang="en-US"/>
              <a:pPr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11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360000"/>
          <a:lstStyle>
            <a:lvl1pPr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65DC7C-F426-468E-B030-762A2788DB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60000"/>
            <a:ext cx="121920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0" tIns="0" rIns="54000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E988D48-59F3-167F-7C35-FE39A3CF78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10520" y="6400800"/>
            <a:ext cx="781480" cy="457200"/>
          </a:xfrm>
          <a:prstGeom prst="rect">
            <a:avLst/>
          </a:prstGeom>
        </p:spPr>
        <p:txBody>
          <a:bodyPr rIns="360000" bIns="18000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6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24" y="413735"/>
            <a:ext cx="3158080" cy="568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66D4E3-6C95-AE46-B9CF-75212832F104}"/>
              </a:ext>
            </a:extLst>
          </p:cNvPr>
          <p:cNvSpPr/>
          <p:nvPr userDrawn="1"/>
        </p:nvSpPr>
        <p:spPr bwMode="auto">
          <a:xfrm>
            <a:off x="0" y="1518720"/>
            <a:ext cx="11543253" cy="5339280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43EB19-7CAA-9B48-A916-E921534402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18320" y="1518720"/>
            <a:ext cx="524933" cy="3937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C9E5E88-27D7-6849-830C-AE393F08A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95643" y="1518723"/>
            <a:ext cx="5641644" cy="1174819"/>
          </a:xfrm>
          <a:solidFill>
            <a:srgbClr val="660066"/>
          </a:solidFill>
        </p:spPr>
        <p:txBody>
          <a:bodyPr lIns="180000" tIns="180000"/>
          <a:lstStyle>
            <a:lvl1pPr>
              <a:defRPr sz="1600" b="0">
                <a:solidFill>
                  <a:srgbClr val="C29BFF"/>
                </a:solidFill>
              </a:defRPr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Slide </a:t>
            </a:r>
          </a:p>
          <a:p>
            <a:pPr lvl="0"/>
            <a:r>
              <a:rPr lang="en-US"/>
              <a:t>[Name]</a:t>
            </a:r>
            <a:br>
              <a:rPr lang="en-US"/>
            </a:br>
            <a:r>
              <a:rPr lang="en-US"/>
              <a:t>[Job title] 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0CDBEF-5AAB-3B40-9D90-5E89AFE0F7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29617" y="5207444"/>
            <a:ext cx="5204321" cy="954115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31CFFC6-A22C-D643-BE1F-D2386E9B1A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335442" y="4737618"/>
            <a:ext cx="997065" cy="1144196"/>
          </a:xfrm>
          <a:noFill/>
        </p:spPr>
        <p:txBody>
          <a:bodyPr lIns="180000" tIns="180000"/>
          <a:lstStyle>
            <a:lvl1pPr>
              <a:defRPr sz="1600" b="0">
                <a:solidFill>
                  <a:schemeClr val="bg1"/>
                </a:solidFill>
              </a:defRPr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218F89-9314-B642-9131-CB490102C61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480885" y="413735"/>
            <a:ext cx="2062369" cy="557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6E7EB5-3176-FE4E-ACA3-3C73DB105B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6200000">
            <a:off x="11083641" y="1452806"/>
            <a:ext cx="394294" cy="52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28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C19B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C0742A-22EB-4940-98D3-FE5D39DC63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176001" y="932923"/>
            <a:ext cx="393700" cy="524933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8077B7-D960-3547-97E3-57D6BA72BA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08"/>
            <a:ext cx="1058108" cy="18906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0EE354-27E3-B441-B236-000DD65D865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245925" y="1798638"/>
            <a:ext cx="7934311" cy="4318000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</a:lstStyle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/>
              <a:t>Place copy here</a:t>
            </a:r>
          </a:p>
          <a:p>
            <a: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/>
              <a:t>Place copy here</a:t>
            </a:r>
            <a:endParaRPr lang="en-US" sz="1800"/>
          </a:p>
          <a:p>
            <a:pPr>
              <a:lnSpc>
                <a:spcPct val="100000"/>
              </a:lnSpc>
            </a:pPr>
            <a:endParaRPr lang="en-US" sz="1800"/>
          </a:p>
          <a:p>
            <a:pPr>
              <a:lnSpc>
                <a:spcPct val="100000"/>
              </a:lnSpc>
            </a:pPr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40C31F-5DBA-0044-B3DE-D0C888D6C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3602" y="485775"/>
            <a:ext cx="7437967" cy="9064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Agenda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267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568429" y="646770"/>
            <a:ext cx="11066888" cy="5601630"/>
          </a:xfrm>
          <a:prstGeom prst="rect">
            <a:avLst/>
          </a:prstGeom>
          <a:solidFill>
            <a:srgbClr val="94F9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8BB7C3-B75E-CF48-A217-C95B758F13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53122" y="1207621"/>
            <a:ext cx="6139364" cy="492736"/>
          </a:xfrm>
        </p:spPr>
        <p:txBody>
          <a:bodyPr/>
          <a:lstStyle>
            <a:lvl1pPr>
              <a:defRPr sz="2800" b="1"/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Vision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A3D5CA7-31E5-D849-A75C-F9C87CDAB09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53122" y="1776336"/>
            <a:ext cx="5741689" cy="2438826"/>
          </a:xfrm>
        </p:spPr>
        <p:txBody>
          <a:bodyPr/>
          <a:lstStyle>
            <a:lvl1pPr>
              <a:lnSpc>
                <a:spcPct val="100000"/>
              </a:lnSpc>
              <a:defRPr sz="2600"/>
            </a:lvl1pPr>
            <a:lvl2pPr>
              <a:buClr>
                <a:schemeClr val="tx1"/>
              </a:buClr>
              <a:defRPr sz="1600"/>
            </a:lvl2pPr>
            <a:lvl3pPr>
              <a:defRPr sz="1600"/>
            </a:lvl3pPr>
            <a:lvl4pPr marL="1627188" indent="-285750">
              <a:buFont typeface="Courier New" panose="02070309020205020404" pitchFamily="49" charset="0"/>
              <a:buChar char="o"/>
              <a:defRPr sz="1600"/>
            </a:lvl4pPr>
            <a:lvl5pPr marL="2087563" indent="-280988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A world-class regulator, </a:t>
            </a:r>
            <a:br>
              <a:rPr lang="en-US"/>
            </a:br>
            <a:r>
              <a:rPr lang="en-US"/>
              <a:t>able to drive improvements in how people experience health and care services, </a:t>
            </a:r>
            <a:br>
              <a:rPr lang="en-US"/>
            </a:br>
            <a:r>
              <a:rPr lang="en-US"/>
              <a:t>working together for a safer future.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88714B-2798-8547-8158-FD447CFA2A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568431" y="646770"/>
            <a:ext cx="524933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F8851E-36F7-E040-AC89-C89DE0FDF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2"/>
            <a:ext cx="1242864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27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94F9F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09922C-F98D-444D-84ED-1DF586FA74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0384" y="997286"/>
            <a:ext cx="524933" cy="393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12F273-87BA-AC4D-B9FC-82E0FC4576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2"/>
            <a:ext cx="1242864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08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Gree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DE75C2-CA28-7341-BD45-F845BC21CEB6}"/>
              </a:ext>
            </a:extLst>
          </p:cNvPr>
          <p:cNvSpPr/>
          <p:nvPr userDrawn="1"/>
        </p:nvSpPr>
        <p:spPr bwMode="auto">
          <a:xfrm>
            <a:off x="0" y="1"/>
            <a:ext cx="11635317" cy="5797586"/>
          </a:xfrm>
          <a:prstGeom prst="rect">
            <a:avLst/>
          </a:prstGeom>
          <a:solidFill>
            <a:srgbClr val="62F2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40FC-FDCC-E34B-8FBA-5275EB64E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3" y="6428509"/>
            <a:ext cx="1242864" cy="18906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D12A84-674B-BE47-9643-0045C37181B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1796" y="1539042"/>
            <a:ext cx="5946273" cy="1844842"/>
          </a:xfrm>
          <a:noFill/>
        </p:spPr>
        <p:txBody>
          <a:bodyPr anchor="t"/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Putting in place the systems and processes we need </a:t>
            </a:r>
            <a:br>
              <a:rPr lang="en-US"/>
            </a:br>
            <a:r>
              <a:rPr lang="en-US"/>
              <a:t>to make our transformation </a:t>
            </a:r>
            <a:br>
              <a:rPr lang="en-US"/>
            </a:br>
            <a:r>
              <a:rPr lang="en-US"/>
              <a:t>a reality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 altLang="en-US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4E1C7-AF83-FC47-B08D-0A5A1E8C64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124" y="646363"/>
            <a:ext cx="3009677" cy="225725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A2164C1A-C0E3-1141-A4F8-3B2A4850D13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491796" y="646198"/>
            <a:ext cx="5946273" cy="111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defTabSz="914400"/>
            <a:r>
              <a:rPr lang="en-US" sz="3200" b="1" kern="0"/>
              <a:t>Building foundations</a:t>
            </a:r>
            <a:endParaRPr lang="en-GB" sz="3200" b="1" kern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677ADE4-CE33-2E46-B159-BFCF7CEDA2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1796" y="3834697"/>
            <a:ext cx="5946273" cy="1484262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Digital foundations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Intelligence-driven enablers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Regulatory platform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811E48-291A-3D49-9580-1E70065255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11110386" y="5403888"/>
            <a:ext cx="524935" cy="39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26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Green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7902A01-8301-5F4B-88F7-E7D185AC5CF5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62F2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40FC-FDCC-E34B-8FBA-5275EB64E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3" y="6428509"/>
            <a:ext cx="1242864" cy="1890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E27C473-9751-CE46-BB86-783CA2C4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B6211D-A5C0-3D4B-AA57-DFBD53D34D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6" y="998540"/>
            <a:ext cx="524935" cy="3937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42EECD-2C34-0949-9FBE-A7BA64BE98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1" y="1791776"/>
            <a:ext cx="2764263" cy="21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474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am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7902A01-8301-5F4B-88F7-E7D185AC5CF5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62F2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40FC-FDCC-E34B-8FBA-5275EB64E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3" y="6428509"/>
            <a:ext cx="1242864" cy="1890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E27C473-9751-CE46-BB86-783CA2C4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141E9-A698-C543-A872-DE733093AE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6" y="998540"/>
            <a:ext cx="524935" cy="39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05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Pink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DE75C2-CA28-7341-BD45-F845BC21CEB6}"/>
              </a:ext>
            </a:extLst>
          </p:cNvPr>
          <p:cNvSpPr/>
          <p:nvPr userDrawn="1"/>
        </p:nvSpPr>
        <p:spPr bwMode="auto">
          <a:xfrm>
            <a:off x="0" y="1"/>
            <a:ext cx="11635317" cy="5797586"/>
          </a:xfrm>
          <a:prstGeom prst="rect">
            <a:avLst/>
          </a:prstGeom>
          <a:solidFill>
            <a:srgbClr val="FABC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D12A84-674B-BE47-9643-0045C37181B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1796" y="1539042"/>
            <a:ext cx="5946273" cy="1844842"/>
          </a:xfrm>
          <a:noFill/>
        </p:spPr>
        <p:txBody>
          <a:bodyPr anchor="t"/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Adapting how we do things </a:t>
            </a:r>
            <a:br>
              <a:rPr lang="en-US"/>
            </a:br>
            <a:r>
              <a:rPr lang="en-US"/>
              <a:t>so we can remain relevant and protect people in a rapidly changing world.</a:t>
            </a:r>
            <a:endParaRPr lang="en-US" altLang="en-US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164C1A-C0E3-1141-A4F8-3B2A4850D13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491796" y="646196"/>
            <a:ext cx="5946273" cy="650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defTabSz="914400"/>
            <a:r>
              <a:rPr lang="en-US" sz="3200" b="1"/>
              <a:t>Adapting and evolving</a:t>
            </a:r>
            <a:endParaRPr lang="en-GB" sz="3200" b="1" kern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677ADE4-CE33-2E46-B159-BFCF7CEDA2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1796" y="3834697"/>
            <a:ext cx="5946273" cy="1484262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Registration transformation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Improving regulation today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Quality improvement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006DE-2BE5-B043-8338-1ED2FF704E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1"/>
            <a:ext cx="1242864" cy="1890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C7E7DD-1E0B-6948-B9AD-CE1EFE010D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124" y="658063"/>
            <a:ext cx="3009677" cy="2257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BC9971-07DD-674C-ADD5-EA1ED7BA37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11110384" y="5403885"/>
            <a:ext cx="524933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28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cket Pink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FABC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DCCAB2-BC44-0F47-8907-97A35BFAD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1"/>
            <a:ext cx="1242864" cy="189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F74D29-A2DB-9241-B7A2-A40828B13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4" y="998538"/>
            <a:ext cx="524933" cy="393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EF3464-C6EE-2C4F-8224-E4FC62031A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1798638"/>
            <a:ext cx="2755432" cy="217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427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m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4DF103-7B4B-6A4F-8D91-6CC0493872BE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FABC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DCCAB2-BC44-0F47-8907-97A35BFAD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4" y="6428511"/>
            <a:ext cx="1242864" cy="189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8962C0-D0DE-6F46-A32B-640D9C4E6F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110384" y="998538"/>
            <a:ext cx="524933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073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Yellow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DE75C2-CA28-7341-BD45-F845BC21CEB6}"/>
              </a:ext>
            </a:extLst>
          </p:cNvPr>
          <p:cNvSpPr/>
          <p:nvPr userDrawn="1"/>
        </p:nvSpPr>
        <p:spPr bwMode="auto">
          <a:xfrm>
            <a:off x="0" y="1"/>
            <a:ext cx="11635317" cy="5797586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4D12A84-674B-BE47-9643-0045C37181B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1796" y="1539042"/>
            <a:ext cx="5946273" cy="1844842"/>
          </a:xfrm>
          <a:noFill/>
        </p:spPr>
        <p:txBody>
          <a:bodyPr anchor="t"/>
          <a:lstStyle>
            <a:lvl1pPr algn="l">
              <a:lnSpc>
                <a:spcPct val="100000"/>
              </a:lnSpc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Transforming how we regulate and </a:t>
            </a:r>
            <a:r>
              <a:rPr lang="en-US" err="1"/>
              <a:t>organise</a:t>
            </a:r>
            <a:r>
              <a:rPr lang="en-US"/>
              <a:t> our work to achieve our vision and deliver our strategy.</a:t>
            </a:r>
            <a:endParaRPr lang="en-US" altLang="en-US" noProof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677ADE4-CE33-2E46-B159-BFCF7CEDA2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1796" y="3834697"/>
            <a:ext cx="5946273" cy="1484262"/>
          </a:xfrm>
        </p:spPr>
        <p:txBody>
          <a:bodyPr/>
          <a:lstStyle>
            <a:lvl1pPr marL="285750" indent="-2857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Transforming our organization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Future strategy development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/>
              <a:t>Our people plan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6E7EB5-3176-FE4E-ACA3-3C73DB105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0384" y="5403887"/>
            <a:ext cx="524933" cy="393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F3E8B5-41F5-8C4F-ABF0-6D8EE2545C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125" y="658063"/>
            <a:ext cx="2681348" cy="225725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6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cket Yellow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895B4-343E-5145-B871-0CA2E991C07A}"/>
              </a:ext>
            </a:extLst>
          </p:cNvPr>
          <p:cNvSpPr/>
          <p:nvPr userDrawn="1"/>
        </p:nvSpPr>
        <p:spPr bwMode="auto">
          <a:xfrm>
            <a:off x="0" y="0"/>
            <a:ext cx="11635317" cy="1392238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E74139-2C64-A545-AED3-A1B8258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485775"/>
            <a:ext cx="10246784" cy="906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B265B5-7711-8E46-8B0B-C2B21425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0384" y="998538"/>
            <a:ext cx="524933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B2E666-A5FC-D548-83F8-F79E45EAE1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601" y="1795128"/>
            <a:ext cx="2589175" cy="217917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4B0E57-C327-1742-BF67-334E77A2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357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amm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895B4-343E-5145-B871-0CA2E991C07A}"/>
              </a:ext>
            </a:extLst>
          </p:cNvPr>
          <p:cNvSpPr/>
          <p:nvPr userDrawn="1"/>
        </p:nvSpPr>
        <p:spPr bwMode="auto">
          <a:xfrm>
            <a:off x="0" y="0"/>
            <a:ext cx="11635317" cy="998538"/>
          </a:xfrm>
          <a:prstGeom prst="rect">
            <a:avLst/>
          </a:prstGeom>
          <a:solidFill>
            <a:srgbClr val="5F286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E74139-2C64-A545-AED3-A1B8258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56570"/>
            <a:ext cx="10246784" cy="906463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B265B5-7711-8E46-8B0B-C2B21425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20968" y="604838"/>
            <a:ext cx="524933" cy="3937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4B0E57-C327-1742-BF67-334E77A2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537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gramm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397D54-868B-47C5-8E2E-5DA2008D3F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304A4-4CDA-4F03-8C76-8F6EC50311CB}" type="slidenum">
              <a:rPr lang="en-US" altLang="en-US"/>
              <a:pPr/>
              <a:t>‹#›</a:t>
            </a:fld>
            <a:endParaRPr lang="en-US" altLang="en-US" sz="1400">
              <a:solidFill>
                <a:srgbClr val="6D2E6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895B4-343E-5145-B871-0CA2E991C07A}"/>
              </a:ext>
            </a:extLst>
          </p:cNvPr>
          <p:cNvSpPr/>
          <p:nvPr userDrawn="1"/>
        </p:nvSpPr>
        <p:spPr bwMode="auto">
          <a:xfrm>
            <a:off x="0" y="0"/>
            <a:ext cx="11635317" cy="393700"/>
          </a:xfrm>
          <a:prstGeom prst="rect">
            <a:avLst/>
          </a:prstGeom>
          <a:solidFill>
            <a:srgbClr val="FBE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-16" charset="-12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E74139-2C64-A545-AED3-A1B8258B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356570"/>
            <a:ext cx="10246784" cy="906463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B265B5-7711-8E46-8B0B-C2B214253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20968" y="9797"/>
            <a:ext cx="514349" cy="38576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4B0E57-C327-1742-BF67-334E77A2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728" y="1798638"/>
            <a:ext cx="6972507" cy="4318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buClr>
                <a:schemeClr val="tx1"/>
              </a:buClr>
              <a:defRPr sz="1600"/>
            </a:lvl2pPr>
            <a:lvl3pPr>
              <a:lnSpc>
                <a:spcPct val="100000"/>
              </a:lnSpc>
              <a:defRPr sz="1600"/>
            </a:lvl3pPr>
            <a:lvl4pPr marL="1627188" indent="-285750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4pPr>
            <a:lvl5pPr marL="2087563" indent="-280988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68921-426A-3640-BEEF-EBE5360F04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85" y="6428510"/>
            <a:ext cx="1049695" cy="1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302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244934-A730-414F-BC2C-3F311839C5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4119626" y="0"/>
            <a:ext cx="810895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396745-2908-EF49-89F9-6B575BC576BE}"/>
              </a:ext>
            </a:extLst>
          </p:cNvPr>
          <p:cNvSpPr/>
          <p:nvPr userDrawn="1"/>
        </p:nvSpPr>
        <p:spPr>
          <a:xfrm>
            <a:off x="0" y="0"/>
            <a:ext cx="4553712" cy="6858000"/>
          </a:xfrm>
          <a:prstGeom prst="rect">
            <a:avLst/>
          </a:prstGeom>
          <a:solidFill>
            <a:srgbClr val="CF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008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slid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F5B33-396B-F742-88EE-7D3D9E255ABD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0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F5B33-396B-F742-88EE-7D3D9E255ABD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31838" y="549276"/>
            <a:ext cx="5364162" cy="596034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838" y="1392382"/>
            <a:ext cx="536416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521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838" y="1171450"/>
            <a:ext cx="5364162" cy="4540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31838" y="549275"/>
            <a:ext cx="7174152" cy="38237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8773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165" y="1519992"/>
            <a:ext cx="4318362" cy="3781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964238" y="0"/>
            <a:ext cx="6227762" cy="61991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838" y="549276"/>
            <a:ext cx="4329689" cy="81369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413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32525" y="695325"/>
            <a:ext cx="5227638" cy="47704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1114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65763" cy="61991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9860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41886" y="695325"/>
            <a:ext cx="5227638" cy="47704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9009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7658100" y="676275"/>
            <a:ext cx="3802063" cy="470376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2097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812566" y="0"/>
            <a:ext cx="5379434" cy="619866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7383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860630" cy="619866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958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40AB7-5DAF-4C41-BCE8-32CFA6BA53A8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919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and three text box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345769-1922-3841-9FA6-D5EC31A27582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4294967295"/>
          </p:nvPr>
        </p:nvSpPr>
        <p:spPr>
          <a:xfrm>
            <a:off x="738188" y="1552575"/>
            <a:ext cx="3322637" cy="19891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  <p:sp>
        <p:nvSpPr>
          <p:cNvPr id="42" name="Picture Placeholder 4"/>
          <p:cNvSpPr>
            <a:spLocks noGrp="1"/>
          </p:cNvSpPr>
          <p:nvPr>
            <p:ph type="pic" sz="quarter" idx="4294967295"/>
          </p:nvPr>
        </p:nvSpPr>
        <p:spPr>
          <a:xfrm>
            <a:off x="4449322" y="1552575"/>
            <a:ext cx="3300378" cy="19891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  <p:sp>
        <p:nvSpPr>
          <p:cNvPr id="43" name="Picture Placeholder 5"/>
          <p:cNvSpPr>
            <a:spLocks noGrp="1"/>
          </p:cNvSpPr>
          <p:nvPr>
            <p:ph type="pic" sz="quarter" idx="4294967295"/>
          </p:nvPr>
        </p:nvSpPr>
        <p:spPr>
          <a:xfrm>
            <a:off x="8144465" y="1552575"/>
            <a:ext cx="3300378" cy="19891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E588AE-C5D5-7543-BE95-683DEF9B2A52}"/>
              </a:ext>
            </a:extLst>
          </p:cNvPr>
          <p:cNvGrpSpPr/>
          <p:nvPr userDrawn="1"/>
        </p:nvGrpSpPr>
        <p:grpSpPr>
          <a:xfrm rot="16200000">
            <a:off x="5210876" y="2773184"/>
            <a:ext cx="1777270" cy="3315693"/>
            <a:chOff x="1898617" y="2097848"/>
            <a:chExt cx="1777270" cy="29054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EA67713-7568-CF49-9F9D-835FFD2248CC}"/>
                </a:ext>
              </a:extLst>
            </p:cNvPr>
            <p:cNvSpPr/>
            <p:nvPr/>
          </p:nvSpPr>
          <p:spPr>
            <a:xfrm rot="5400000">
              <a:off x="534730" y="3461740"/>
              <a:ext cx="2899300" cy="171526"/>
            </a:xfrm>
            <a:prstGeom prst="rect">
              <a:avLst/>
            </a:prstGeom>
            <a:solidFill>
              <a:srgbClr val="FF5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879CCE-1262-0C4D-B718-C9BD728D012D}"/>
                </a:ext>
              </a:extLst>
            </p:cNvPr>
            <p:cNvSpPr/>
            <p:nvPr/>
          </p:nvSpPr>
          <p:spPr>
            <a:xfrm>
              <a:off x="2070144" y="2097848"/>
              <a:ext cx="1605743" cy="2905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E588AE-C5D5-7543-BE95-683DEF9B2A52}"/>
              </a:ext>
            </a:extLst>
          </p:cNvPr>
          <p:cNvGrpSpPr/>
          <p:nvPr userDrawn="1"/>
        </p:nvGrpSpPr>
        <p:grpSpPr>
          <a:xfrm rot="16200000">
            <a:off x="8913682" y="2773185"/>
            <a:ext cx="1777270" cy="3315693"/>
            <a:chOff x="1898617" y="2097848"/>
            <a:chExt cx="1777270" cy="29054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A67713-7568-CF49-9F9D-835FFD2248CC}"/>
                </a:ext>
              </a:extLst>
            </p:cNvPr>
            <p:cNvSpPr/>
            <p:nvPr/>
          </p:nvSpPr>
          <p:spPr>
            <a:xfrm rot="5400000">
              <a:off x="534730" y="3461740"/>
              <a:ext cx="2899300" cy="171526"/>
            </a:xfrm>
            <a:prstGeom prst="rect">
              <a:avLst/>
            </a:prstGeom>
            <a:solidFill>
              <a:srgbClr val="FF5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D879CCE-1262-0C4D-B718-C9BD728D012D}"/>
                </a:ext>
              </a:extLst>
            </p:cNvPr>
            <p:cNvSpPr/>
            <p:nvPr/>
          </p:nvSpPr>
          <p:spPr>
            <a:xfrm>
              <a:off x="2070144" y="2097848"/>
              <a:ext cx="1605743" cy="2905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0E588AE-C5D5-7543-BE95-683DEF9B2A52}"/>
              </a:ext>
            </a:extLst>
          </p:cNvPr>
          <p:cNvGrpSpPr/>
          <p:nvPr userDrawn="1"/>
        </p:nvGrpSpPr>
        <p:grpSpPr>
          <a:xfrm rot="16200000">
            <a:off x="1508705" y="2773185"/>
            <a:ext cx="1777270" cy="3315693"/>
            <a:chOff x="1898617" y="2097848"/>
            <a:chExt cx="1777270" cy="29054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EA67713-7568-CF49-9F9D-835FFD2248CC}"/>
                </a:ext>
              </a:extLst>
            </p:cNvPr>
            <p:cNvSpPr/>
            <p:nvPr/>
          </p:nvSpPr>
          <p:spPr>
            <a:xfrm rot="5400000">
              <a:off x="534730" y="3461740"/>
              <a:ext cx="2899300" cy="171526"/>
            </a:xfrm>
            <a:prstGeom prst="rect">
              <a:avLst/>
            </a:prstGeom>
            <a:solidFill>
              <a:srgbClr val="FF5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D879CCE-1262-0C4D-B718-C9BD728D012D}"/>
                </a:ext>
              </a:extLst>
            </p:cNvPr>
            <p:cNvSpPr/>
            <p:nvPr/>
          </p:nvSpPr>
          <p:spPr>
            <a:xfrm>
              <a:off x="2070144" y="2097848"/>
              <a:ext cx="1605743" cy="2905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035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1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F85E743-C640-B84C-9807-1748E50632C0}"/>
              </a:ext>
            </a:extLst>
          </p:cNvPr>
          <p:cNvSpPr/>
          <p:nvPr userDrawn="1"/>
        </p:nvSpPr>
        <p:spPr>
          <a:xfrm>
            <a:off x="0" y="0"/>
            <a:ext cx="12192000" cy="6205538"/>
          </a:xfrm>
          <a:prstGeom prst="rect">
            <a:avLst/>
          </a:prstGeom>
          <a:solidFill>
            <a:srgbClr val="E2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ED007CB2-18E9-334F-8478-3878C0C7C7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475" y="1477907"/>
            <a:ext cx="2503488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B24EACF6-8184-B248-9BC9-2B097AC07D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4713" y="1477906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1FF41831-8A49-D04E-8ECB-37D5FDD455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475" y="3536894"/>
            <a:ext cx="2503488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0B951411-F02D-B647-AC73-B71663A242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4713" y="3536894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F3F3D82E-3D7A-BC45-9AEE-067DDA5AA5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3891" y="1477907"/>
            <a:ext cx="5214937" cy="395287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/>
          </a:p>
        </p:txBody>
      </p:sp>
      <p:sp>
        <p:nvSpPr>
          <p:cNvPr id="19" name="Slide Number Placeholder 2"/>
          <p:cNvSpPr>
            <a:spLocks noGrp="1"/>
          </p:cNvSpPr>
          <p:nvPr>
            <p:ph type="sldNum" sz="quarter" idx="15"/>
          </p:nvPr>
        </p:nvSpPr>
        <p:spPr>
          <a:xfrm>
            <a:off x="406880" y="6356350"/>
            <a:ext cx="2743200" cy="365125"/>
          </a:xfrm>
        </p:spPr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696101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007CB2-18E9-334F-8478-3878C0C7C7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475" y="1477907"/>
            <a:ext cx="2503488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24EACF6-8184-B248-9BC9-2B097AC07D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4713" y="1477906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FF41831-8A49-D04E-8ECB-37D5FDD455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475" y="3536894"/>
            <a:ext cx="2503488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B951411-F02D-B647-AC73-B71663A242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4713" y="3536894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3F3D82E-3D7A-BC45-9AEE-067DDA5AA5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43891" y="1477907"/>
            <a:ext cx="5214937" cy="395287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/>
          </a:p>
        </p:txBody>
      </p:sp>
      <p:sp>
        <p:nvSpPr>
          <p:cNvPr id="14" name="Slide Number Placeholder 2"/>
          <p:cNvSpPr>
            <a:spLocks noGrp="1"/>
          </p:cNvSpPr>
          <p:nvPr>
            <p:ph type="sldNum" sz="quarter" idx="15"/>
          </p:nvPr>
        </p:nvSpPr>
        <p:spPr>
          <a:xfrm>
            <a:off x="406880" y="6356350"/>
            <a:ext cx="2743200" cy="365125"/>
          </a:xfrm>
        </p:spPr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4770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85E743-C640-B84C-9807-1748E50632C0}"/>
              </a:ext>
            </a:extLst>
          </p:cNvPr>
          <p:cNvSpPr/>
          <p:nvPr userDrawn="1"/>
        </p:nvSpPr>
        <p:spPr>
          <a:xfrm>
            <a:off x="0" y="0"/>
            <a:ext cx="12192000" cy="6205538"/>
          </a:xfrm>
          <a:prstGeom prst="rect">
            <a:avLst/>
          </a:prstGeom>
          <a:solidFill>
            <a:srgbClr val="E2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751978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3415257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6077370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8741529" y="1477906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751978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3415257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6077370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8741529" y="3536505"/>
            <a:ext cx="2503985" cy="1894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AEBE29C-EC21-F943-BE40-CE6575A747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2475" y="1478580"/>
            <a:ext cx="2503488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DBEFE66D-1540-B04B-8EA4-E7B0DE389A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14713" y="1478580"/>
            <a:ext cx="2505075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F1665C8F-BFB5-F447-85C1-EBA6E8556B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8538" y="1478580"/>
            <a:ext cx="2503487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8D547623-D865-1645-A2B5-DD7855ADFF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40775" y="1478580"/>
            <a:ext cx="2505075" cy="18938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D5B605DB-E7A6-3644-9FC6-040FF0BB8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2475" y="3537176"/>
            <a:ext cx="2503488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6" name="Picture Placeholder 21">
            <a:extLst>
              <a:ext uri="{FF2B5EF4-FFF2-40B4-BE49-F238E27FC236}">
                <a16:creationId xmlns:a16="http://schemas.microsoft.com/office/drawing/2014/main" id="{74FC4D74-AB09-E34F-87E3-7E7178DB73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14713" y="3537176"/>
            <a:ext cx="2505075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E59936F9-D55C-5945-8126-CA62C6FA3D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78538" y="3537176"/>
            <a:ext cx="2503487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888165F7-5D06-904C-84C1-1BCA1CF6F0A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40775" y="3537176"/>
            <a:ext cx="2505075" cy="18938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46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- style 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51978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3415257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6077370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8741529" y="1477906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751978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3415257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6077370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8741529" y="3536505"/>
            <a:ext cx="2503985" cy="1894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AEBE29C-EC21-F943-BE40-CE6575A747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2475" y="1478580"/>
            <a:ext cx="2503488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BEFE66D-1540-B04B-8EA4-E7B0DE389A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14713" y="1478580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F1665C8F-BFB5-F447-85C1-EBA6E8556B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8538" y="1478580"/>
            <a:ext cx="2503487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8D547623-D865-1645-A2B5-DD7855ADFF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40775" y="1478580"/>
            <a:ext cx="2505075" cy="189388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D5B605DB-E7A6-3644-9FC6-040FF0BB8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2475" y="3537176"/>
            <a:ext cx="2503488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8" name="Picture Placeholder 21">
            <a:extLst>
              <a:ext uri="{FF2B5EF4-FFF2-40B4-BE49-F238E27FC236}">
                <a16:creationId xmlns:a16="http://schemas.microsoft.com/office/drawing/2014/main" id="{74FC4D74-AB09-E34F-87E3-7E7178DB73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14713" y="3537176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E59936F9-D55C-5945-8126-CA62C6FA3D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78538" y="3537176"/>
            <a:ext cx="2503487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20" name="Picture Placeholder 25">
            <a:extLst>
              <a:ext uri="{FF2B5EF4-FFF2-40B4-BE49-F238E27FC236}">
                <a16:creationId xmlns:a16="http://schemas.microsoft.com/office/drawing/2014/main" id="{888165F7-5D06-904C-84C1-1BCA1CF6F0A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40775" y="3537176"/>
            <a:ext cx="2505075" cy="189388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19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Grey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BB8B3D-9990-D648-B91B-15C14C7D7A4D}"/>
              </a:ext>
            </a:extLst>
          </p:cNvPr>
          <p:cNvSpPr/>
          <p:nvPr userDrawn="1"/>
        </p:nvSpPr>
        <p:spPr>
          <a:xfrm>
            <a:off x="0" y="0"/>
            <a:ext cx="4828674" cy="6858000"/>
          </a:xfrm>
          <a:prstGeom prst="rect">
            <a:avLst/>
          </a:prstGeom>
          <a:solidFill>
            <a:srgbClr val="CF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D75A97C-00F5-9140-A2C1-DFE7F361E3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157" r="4045"/>
          <a:stretch/>
        </p:blipFill>
        <p:spPr>
          <a:xfrm rot="10800000">
            <a:off x="4668000" y="0"/>
            <a:ext cx="7524000" cy="685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1C0A596-6150-5F4C-B92A-770135B4F7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5579" y="6385125"/>
            <a:ext cx="2105309" cy="27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52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8B2915-0FA5-3A44-9E2B-F2AED19EA6A4}"/>
              </a:ext>
            </a:extLst>
          </p:cNvPr>
          <p:cNvSpPr/>
          <p:nvPr userDrawn="1"/>
        </p:nvSpPr>
        <p:spPr>
          <a:xfrm>
            <a:off x="0" y="0"/>
            <a:ext cx="4818303" cy="6206836"/>
          </a:xfrm>
          <a:prstGeom prst="rect">
            <a:avLst/>
          </a:prstGeom>
          <a:solidFill>
            <a:srgbClr val="CF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196AC-0C9B-2D4A-8050-46C93878E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157" t="9584" r="4045"/>
          <a:stretch/>
        </p:blipFill>
        <p:spPr>
          <a:xfrm rot="10800000">
            <a:off x="4812585" y="0"/>
            <a:ext cx="7531356" cy="620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962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quot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5963478" y="0"/>
            <a:ext cx="6228522" cy="426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2E562E-D80A-D34F-A20D-E562F27B7F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913" t="60459" b="17100"/>
          <a:stretch/>
        </p:blipFill>
        <p:spPr>
          <a:xfrm>
            <a:off x="5963478" y="4267200"/>
            <a:ext cx="6228522" cy="193357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987FD-F1F6-3B4E-A599-5B5EBB66FE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64238" y="-1"/>
            <a:ext cx="6227762" cy="42672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796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2639961" cy="3125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30109" y="0"/>
            <a:ext cx="2639961" cy="31252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FF7AF9E-4E66-BB47-B5CA-BA3668A4C4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" y="-808"/>
            <a:ext cx="2639967" cy="31260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FFF7AF9E-4E66-BB47-B5CA-BA3668A4C4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0109" y="-808"/>
            <a:ext cx="2639961" cy="31260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-6" y="3278038"/>
            <a:ext cx="5470076" cy="2915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629DF3-5BC3-0E4A-924D-27C98C9A8C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" y="3278038"/>
            <a:ext cx="5459413" cy="2915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303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mage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-6" y="3125268"/>
            <a:ext cx="5470076" cy="30684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629DF3-5BC3-0E4A-924D-27C98C9A8C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57" y="3125268"/>
            <a:ext cx="5459413" cy="306849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6" y="11749"/>
            <a:ext cx="5470076" cy="31135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Picture here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FFF7AF9E-4E66-BB47-B5CA-BA3668A4C4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" y="11749"/>
            <a:ext cx="5470076" cy="311351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499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rrower quote (centre)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8743280" y="0"/>
            <a:ext cx="3448720" cy="62065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Picture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3269C-FA92-594D-83DF-AFB2F425F739}"/>
              </a:ext>
            </a:extLst>
          </p:cNvPr>
          <p:cNvSpPr/>
          <p:nvPr userDrawn="1"/>
        </p:nvSpPr>
        <p:spPr>
          <a:xfrm rot="5400000" flipV="1">
            <a:off x="3960452" y="1423770"/>
            <a:ext cx="6206591" cy="3359065"/>
          </a:xfrm>
          <a:prstGeom prst="rect">
            <a:avLst/>
          </a:prstGeom>
          <a:solidFill>
            <a:srgbClr val="FF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14B6207-D3E5-5E49-8A9E-336B9F442D26}"/>
              </a:ext>
            </a:extLst>
          </p:cNvPr>
          <p:cNvSpPr txBox="1">
            <a:spLocks/>
          </p:cNvSpPr>
          <p:nvPr userDrawn="1"/>
        </p:nvSpPr>
        <p:spPr>
          <a:xfrm>
            <a:off x="5384215" y="403271"/>
            <a:ext cx="1718084" cy="7933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Roboto"/>
              </a:rPr>
              <a:t>“</a:t>
            </a:r>
            <a:endParaRPr kumimoji="0" lang="en-US" sz="8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B785E78-7122-7F47-A3BC-E908A6C58B7B}"/>
              </a:ext>
            </a:extLst>
          </p:cNvPr>
          <p:cNvSpPr txBox="1">
            <a:spLocks/>
          </p:cNvSpPr>
          <p:nvPr userDrawn="1"/>
        </p:nvSpPr>
        <p:spPr>
          <a:xfrm rot="10800000">
            <a:off x="7025196" y="5179257"/>
            <a:ext cx="1718084" cy="7933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5C677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C677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Roboto"/>
              </a:rPr>
              <a:t>“</a:t>
            </a:r>
            <a:endParaRPr kumimoji="0" lang="en-US" sz="80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EFBFA1F-55C2-C34B-8AE6-440B090C15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43950" y="0"/>
            <a:ext cx="3448050" cy="620659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500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p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6ED5-38C2-8249-99D9-F47F19BACC64}"/>
              </a:ext>
            </a:extLst>
          </p:cNvPr>
          <p:cNvSpPr/>
          <p:nvPr userDrawn="1"/>
        </p:nvSpPr>
        <p:spPr>
          <a:xfrm>
            <a:off x="0" y="1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653995-BE0A-BB49-9CEE-F4600F4B9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09738" y="1258888"/>
            <a:ext cx="2505075" cy="3538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9B2975-55E1-614D-B255-F942C9ED41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300" y="655981"/>
            <a:ext cx="3522050" cy="468062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2119546-9882-2545-870F-CA60FFC13BE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64100" y="1258888"/>
            <a:ext cx="2517775" cy="3538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4464FC-C76A-9F40-BE13-A423746334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34975" y="655981"/>
            <a:ext cx="3522050" cy="468062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FB1B4C5-5DA2-7449-9DB8-B6891EF5B5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0850" y="1258888"/>
            <a:ext cx="2478088" cy="35385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315BD6-32B2-EB42-BC63-2776CCCFA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8650" y="655981"/>
            <a:ext cx="3522050" cy="46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left) iphon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6ED5-38C2-8249-99D9-F47F19BACC64}"/>
              </a:ext>
            </a:extLst>
          </p:cNvPr>
          <p:cNvSpPr/>
          <p:nvPr userDrawn="1"/>
        </p:nvSpPr>
        <p:spPr>
          <a:xfrm>
            <a:off x="-8416" y="0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6F8FA-BB65-364D-B7CD-10AEE61AE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7533" y="454186"/>
            <a:ext cx="5403273" cy="5403273"/>
          </a:xfrm>
          <a:prstGeom prst="rect">
            <a:avLst/>
          </a:prstGeom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174C8D6-E8D8-1646-98D9-0A1ADCA73E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4677" y="1476302"/>
            <a:ext cx="1902091" cy="33539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B1D8A-1D70-7A4C-9BE4-7A2A23DB5139}"/>
              </a:ext>
            </a:extLst>
          </p:cNvPr>
          <p:cNvSpPr/>
          <p:nvPr userDrawn="1"/>
        </p:nvSpPr>
        <p:spPr>
          <a:xfrm rot="5400000" flipV="1">
            <a:off x="980659" y="-980660"/>
            <a:ext cx="4267201" cy="6228521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5E6430-7750-BA4F-ABD8-5F3ECD5BA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8913" t="60459" b="17100"/>
          <a:stretch/>
        </p:blipFill>
        <p:spPr>
          <a:xfrm>
            <a:off x="0" y="4267200"/>
            <a:ext cx="6228522" cy="19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930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(left) iphon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E376E-D660-4645-AF77-BE07DF3E877E}"/>
              </a:ext>
            </a:extLst>
          </p:cNvPr>
          <p:cNvSpPr txBox="1"/>
          <p:nvPr userDrawn="1"/>
        </p:nvSpPr>
        <p:spPr>
          <a:xfrm>
            <a:off x="860612" y="-40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6ED5-38C2-8249-99D9-F47F19BACC64}"/>
              </a:ext>
            </a:extLst>
          </p:cNvPr>
          <p:cNvSpPr/>
          <p:nvPr userDrawn="1"/>
        </p:nvSpPr>
        <p:spPr>
          <a:xfrm>
            <a:off x="-8416" y="0"/>
            <a:ext cx="12192000" cy="6205538"/>
          </a:xfrm>
          <a:prstGeom prst="rect">
            <a:avLst/>
          </a:prstGeom>
          <a:solidFill>
            <a:srgbClr val="CF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6F8FA-BB65-364D-B7CD-10AEE61AE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7533" y="454186"/>
            <a:ext cx="5403273" cy="5403273"/>
          </a:xfrm>
          <a:prstGeom prst="rect">
            <a:avLst/>
          </a:prstGeom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174C8D6-E8D8-1646-98D9-0A1ADCA73E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4677" y="1476302"/>
            <a:ext cx="1902091" cy="33539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B1D8A-1D70-7A4C-9BE4-7A2A23DB5139}"/>
              </a:ext>
            </a:extLst>
          </p:cNvPr>
          <p:cNvSpPr/>
          <p:nvPr userDrawn="1"/>
        </p:nvSpPr>
        <p:spPr>
          <a:xfrm rot="5400000" flipV="1">
            <a:off x="980659" y="-980660"/>
            <a:ext cx="4267201" cy="6228521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5E6430-7750-BA4F-ABD8-5F3ECD5BA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8913" t="60459" b="17100"/>
          <a:stretch/>
        </p:blipFill>
        <p:spPr>
          <a:xfrm>
            <a:off x="0" y="4267200"/>
            <a:ext cx="6228522" cy="19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346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5743575" y="981075"/>
            <a:ext cx="5400675" cy="41624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2476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A8E-A28D-4827-A065-1F5ED08AB42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1"/>
          </p:nvPr>
        </p:nvSpPr>
        <p:spPr>
          <a:xfrm>
            <a:off x="4562763" y="1172726"/>
            <a:ext cx="6816436" cy="371330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10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56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3.xml"/><Relationship Id="rId41" Type="http://schemas.openxmlformats.org/officeDocument/2006/relationships/slideLayout" Target="../slideLayouts/slideLayout55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4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45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9.xml"/><Relationship Id="rId43" Type="http://schemas.openxmlformats.org/officeDocument/2006/relationships/theme" Target="../theme/theme3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body" idx="1"/>
          </p:nvPr>
        </p:nvSpPr>
        <p:spPr>
          <a:xfrm>
            <a:off x="609601" y="1604639"/>
            <a:ext cx="10972319" cy="397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r>
              <a:rPr lang="en-GB"/>
              <a:t>Key points here</a:t>
            </a:r>
            <a:br>
              <a:rPr lang="en-GB"/>
            </a:br>
            <a:r>
              <a:rPr lang="en-GB"/>
              <a:t>(minimum font size 32)</a:t>
            </a:r>
            <a:endParaRPr/>
          </a:p>
        </p:txBody>
      </p:sp>
      <p:sp>
        <p:nvSpPr>
          <p:cNvPr id="5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" y="6309321"/>
            <a:ext cx="12192000" cy="561879"/>
          </a:xfrm>
          <a:prstGeom prst="rect">
            <a:avLst/>
          </a:prstGeom>
          <a:solidFill>
            <a:srgbClr val="5F2861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A978B9-95F6-4A52-A7AD-8F58E3352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512" y="6405331"/>
            <a:ext cx="1344149" cy="42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5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5333" b="1" i="0" u="none" strike="noStrike" cap="none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  <a:rtl val="0"/>
        </a:defRPr>
      </a:lvl1pPr>
      <a:lvl2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/>
          <p:cNvSpPr>
            <a:spLocks noChangeArrowheads="1"/>
          </p:cNvSpPr>
          <p:nvPr/>
        </p:nvSpPr>
        <p:spPr bwMode="auto">
          <a:xfrm>
            <a:off x="599018" y="181853"/>
            <a:ext cx="11036300" cy="990600"/>
          </a:xfrm>
          <a:prstGeom prst="roundRect">
            <a:avLst>
              <a:gd name="adj" fmla="val 7213"/>
            </a:avLst>
          </a:prstGeom>
          <a:solidFill>
            <a:srgbClr val="5F28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pitchFamily="-16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altLang="en-US" sz="2400">
              <a:solidFill>
                <a:srgbClr val="000000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63601" y="209749"/>
            <a:ext cx="7437967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3608" y="1798639"/>
            <a:ext cx="10316633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95317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5F2861"/>
                </a:solidFill>
                <a:latin typeface="Arial" charset="0"/>
                <a:ea typeface="+mn-ea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C3F15FF-8B87-4F38-BB80-08F00F8C711F}" type="slidenum">
              <a:rPr lang="en-US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>
              <a:solidFill>
                <a:srgbClr val="6D2E6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E7C560-497B-84B8-CBCE-DC4E4A119AF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434197" y="246079"/>
            <a:ext cx="2095531" cy="83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+mj-lt"/>
          <a:ea typeface="MS PGothic" pitchFamily="34" charset="-128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MS PGothic" pitchFamily="34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charset="0"/>
          <a:ea typeface="ＭＳ Ｐゴシック" pitchFamily="-16" charset="-128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5F2861"/>
        </a:buClr>
        <a:buSzPct val="120000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00088" indent="-258763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5F2861"/>
        </a:buClr>
        <a:buSzPct val="120000"/>
        <a:buChar char="•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2pPr>
      <a:lvl3pPr marL="1162050" indent="-282575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Arial" pitchFamily="34" charset="0"/>
        <a:buChar char="-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3pPr>
      <a:lvl4pPr marL="1627188" indent="-285750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87563" indent="-280988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447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6pPr>
      <a:lvl7pPr marL="30019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7pPr>
      <a:lvl8pPr marL="34591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8pPr>
      <a:lvl9pPr marL="39163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D11F4C20-99BA-4187-8614-954C46598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63602" y="485775"/>
            <a:ext cx="7437967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2812BB5-45E6-46F9-BDE4-3BFE09189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3602" y="1798638"/>
            <a:ext cx="10316633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6BED93E-75C8-4249-8916-80F902747C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95317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 b="1" i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</a:lstStyle>
          <a:p>
            <a:fld id="{4DFC6EE9-55D9-4100-8598-B06FF930A43B}" type="slidenum">
              <a:rPr lang="en-US" altLang="en-US" smtClean="0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23116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13" r:id="rId37"/>
    <p:sldLayoutId id="2147483714" r:id="rId38"/>
    <p:sldLayoutId id="2147483715" r:id="rId39"/>
    <p:sldLayoutId id="2147483716" r:id="rId40"/>
    <p:sldLayoutId id="2147483717" r:id="rId41"/>
    <p:sldLayoutId id="2147483718" r:id="rId42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ea typeface="MS PGothic" pitchFamily="34" charset="-128"/>
        </a:defRPr>
      </a:lvl9pPr>
    </p:titleStyle>
    <p:bodyStyle>
      <a:lvl1pPr algn="l" rtl="0" eaLnBrk="0" fontAlgn="base" hangingPunct="0">
        <a:lnSpc>
          <a:spcPct val="90000"/>
        </a:lnSpc>
        <a:spcBef>
          <a:spcPct val="60000"/>
        </a:spcBef>
        <a:spcAft>
          <a:spcPct val="0"/>
        </a:spcAft>
        <a:buClr>
          <a:srgbClr val="5F2861"/>
        </a:buClr>
        <a:buSzPct val="120000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00088" indent="-258763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5F2861"/>
        </a:buClr>
        <a:buSzPct val="120000"/>
        <a:buChar char="•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2pPr>
      <a:lvl3pPr marL="1162050" indent="-282575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Arial" panose="020B0604020202020204" pitchFamily="34" charset="0"/>
        <a:buChar char="-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3pPr>
      <a:lvl4pPr marL="1627188" indent="-285750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anose="05020102010507070707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4pPr>
      <a:lvl5pPr marL="2087563" indent="-280988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Font typeface="Wingdings 2" panose="05020102010507070707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5pPr>
      <a:lvl6pPr marL="25447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6pPr>
      <a:lvl7pPr marL="30019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7pPr>
      <a:lvl8pPr marL="34591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8pPr>
      <a:lvl9pPr marL="3916363" indent="-280988" algn="l" rtl="0" fontAlgn="base">
        <a:lnSpc>
          <a:spcPct val="90000"/>
        </a:lnSpc>
        <a:spcBef>
          <a:spcPct val="50000"/>
        </a:spcBef>
        <a:spcAft>
          <a:spcPct val="0"/>
        </a:spcAft>
        <a:buFont typeface="Wingdings 2" pitchFamily="18" charset="2"/>
        <a:buChar char=""/>
        <a:tabLst>
          <a:tab pos="261938" algn="l"/>
        </a:tabLs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96E8-DFEC-4D88-8859-0FA44E5C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948" y="326066"/>
            <a:ext cx="10925504" cy="3406838"/>
          </a:xfrm>
          <a:solidFill>
            <a:srgbClr val="660066"/>
          </a:solidFill>
        </p:spPr>
        <p:txBody>
          <a:bodyPr/>
          <a:lstStyle/>
          <a:p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800" b="1" dirty="0">
                <a:solidFill>
                  <a:schemeClr val="bg1"/>
                </a:solidFill>
              </a:rPr>
              <a:t>CQC Architecture Governance</a:t>
            </a:r>
            <a:br>
              <a:rPr lang="en-GB" sz="2800" b="1" dirty="0">
                <a:solidFill>
                  <a:schemeClr val="bg1"/>
                </a:solidFill>
              </a:rPr>
            </a:br>
            <a:br>
              <a:rPr lang="en-GB" sz="2800" dirty="0">
                <a:solidFill>
                  <a:schemeClr val="bg1"/>
                </a:solidFill>
                <a:cs typeface="Arial"/>
              </a:rPr>
            </a:br>
            <a:r>
              <a:rPr lang="en-GB" sz="2800" dirty="0">
                <a:solidFill>
                  <a:schemeClr val="bg1"/>
                </a:solidFill>
                <a:cs typeface="Arial"/>
              </a:rPr>
              <a:t>Architecture Options Paper</a:t>
            </a:r>
            <a:br>
              <a:rPr lang="en-GB" sz="2800" dirty="0">
                <a:solidFill>
                  <a:schemeClr val="bg1"/>
                </a:solidFill>
                <a:cs typeface="Arial"/>
              </a:rPr>
            </a:br>
            <a:br>
              <a:rPr lang="en-GB" sz="2800" dirty="0">
                <a:solidFill>
                  <a:schemeClr val="bg1"/>
                </a:solidFill>
                <a:cs typeface="Arial"/>
              </a:rPr>
            </a:br>
            <a:r>
              <a:rPr lang="en-GB" sz="1800" b="1" dirty="0">
                <a:solidFill>
                  <a:schemeClr val="bg1"/>
                </a:solidFill>
              </a:rPr>
              <a:t>Project: [Project / initiative name]</a:t>
            </a:r>
            <a:br>
              <a:rPr lang="en-GB" sz="1800" b="1" dirty="0">
                <a:solidFill>
                  <a:schemeClr val="bg1"/>
                </a:solidFill>
              </a:rPr>
            </a:br>
            <a:r>
              <a:rPr lang="en-GB" sz="1800" b="1" dirty="0">
                <a:solidFill>
                  <a:schemeClr val="bg1"/>
                </a:solidFill>
              </a:rPr>
              <a:t>Date Published: [Month Year]</a:t>
            </a:r>
            <a:br>
              <a:rPr lang="en-GB" sz="1800" dirty="0">
                <a:solidFill>
                  <a:schemeClr val="bg1"/>
                </a:solidFill>
              </a:rPr>
            </a:br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26FA6-153B-3825-29E3-DF18D02B66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0948" y="3910212"/>
            <a:ext cx="10925504" cy="960801"/>
          </a:xfrm>
        </p:spPr>
        <p:txBody>
          <a:bodyPr/>
          <a:lstStyle/>
          <a:p>
            <a:r>
              <a:rPr lang="en-GB" sz="1800"/>
              <a:t>[Author name] – [Role / job title]</a:t>
            </a:r>
          </a:p>
        </p:txBody>
      </p:sp>
    </p:spTree>
    <p:extLst>
      <p:ext uri="{BB962C8B-B14F-4D97-AF65-F5344CB8AC3E}">
        <p14:creationId xmlns:p14="http://schemas.microsoft.com/office/powerpoint/2010/main" val="412648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4251-BAD0-FE33-D1D3-3EB7CC59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Version Control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A3DA-3035-CFBF-A311-2B83E8CDE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FF9AB7F-C4B7-65DC-B07E-2DE90851C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224961"/>
              </p:ext>
            </p:extLst>
          </p:nvPr>
        </p:nvGraphicFramePr>
        <p:xfrm>
          <a:off x="680721" y="1260001"/>
          <a:ext cx="10942319" cy="1521865"/>
        </p:xfrm>
        <a:graphic>
          <a:graphicData uri="http://schemas.openxmlformats.org/drawingml/2006/table">
            <a:tbl>
              <a:tblPr firstRow="1" bandRow="1"/>
              <a:tblGrid>
                <a:gridCol w="808745">
                  <a:extLst>
                    <a:ext uri="{9D8B030D-6E8A-4147-A177-3AD203B41FA5}">
                      <a16:colId xmlns:a16="http://schemas.microsoft.com/office/drawing/2014/main" val="3000999346"/>
                    </a:ext>
                  </a:extLst>
                </a:gridCol>
                <a:gridCol w="4660032">
                  <a:extLst>
                    <a:ext uri="{9D8B030D-6E8A-4147-A177-3AD203B41FA5}">
                      <a16:colId xmlns:a16="http://schemas.microsoft.com/office/drawing/2014/main" val="2713426179"/>
                    </a:ext>
                  </a:extLst>
                </a:gridCol>
                <a:gridCol w="1471018">
                  <a:extLst>
                    <a:ext uri="{9D8B030D-6E8A-4147-A177-3AD203B41FA5}">
                      <a16:colId xmlns:a16="http://schemas.microsoft.com/office/drawing/2014/main" val="3670390591"/>
                    </a:ext>
                  </a:extLst>
                </a:gridCol>
                <a:gridCol w="4002524">
                  <a:extLst>
                    <a:ext uri="{9D8B030D-6E8A-4147-A177-3AD203B41FA5}">
                      <a16:colId xmlns:a16="http://schemas.microsoft.com/office/drawing/2014/main" val="3673877109"/>
                    </a:ext>
                  </a:extLst>
                </a:gridCol>
              </a:tblGrid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Version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Author (A) / Reviewers (R) / Consult (C)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Date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b="1" kern="1200">
                          <a:solidFill>
                            <a:schemeClr val="lt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Comments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68962"/>
                  </a:ext>
                </a:extLst>
              </a:tr>
              <a:tr h="308034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0.1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[Author name] (A)</a:t>
                      </a:r>
                    </a:p>
                    <a:p>
                      <a:r>
                        <a:rPr lang="en-GB" sz="1200"/>
                        <a:t>[Reviewer name] (R)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[DD/MM/YY]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r>
                        <a:rPr lang="en-GB" sz="1200"/>
                        <a:t>Initial draft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433062"/>
                  </a:ext>
                </a:extLst>
              </a:tr>
              <a:tr h="299367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38868"/>
                  </a:ext>
                </a:extLst>
              </a:tr>
              <a:tr h="264929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269386"/>
                  </a:ext>
                </a:extLst>
              </a:tr>
              <a:tr h="244342"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1pPr>
                      <a:lvl2pPr marL="34838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2pPr>
                      <a:lvl3pPr marL="696773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3pPr>
                      <a:lvl4pPr marL="1045159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4pPr>
                      <a:lvl5pPr marL="1393546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5pPr>
                      <a:lvl6pPr marL="1741932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6pPr>
                      <a:lvl7pPr marL="2090318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7pPr>
                      <a:lvl8pPr marL="2438705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8pPr>
                      <a:lvl9pPr marL="2787091" algn="l" defTabSz="696773" rtl="0" eaLnBrk="1" latinLnBrk="0" hangingPunct="1">
                        <a:defRPr sz="1372" kern="1200">
                          <a:solidFill>
                            <a:schemeClr val="dk1"/>
                          </a:solidFill>
                          <a:latin typeface="Arial"/>
                          <a:ea typeface="MS PGothic"/>
                        </a:defRPr>
                      </a:lvl9pPr>
                    </a:lstStyle>
                    <a:p>
                      <a:pPr marL="0" marR="0" lvl="0" indent="0" algn="l" defTabSz="6967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/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78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46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DF0DA5-E172-B958-9B16-37C6271ABE49}"/>
              </a:ext>
            </a:extLst>
          </p:cNvPr>
          <p:cNvSpPr txBox="1"/>
          <p:nvPr/>
        </p:nvSpPr>
        <p:spPr>
          <a:xfrm>
            <a:off x="627802" y="1352001"/>
            <a:ext cx="1107863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0" i="0" u="none" strike="noStrike" kern="1200" cap="none" spc="0" normalizeH="0" baseline="0" noProof="0" bmk="_Toc247988889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This document is </a:t>
            </a:r>
            <a:r>
              <a:rPr lang="en-GB" altLang="en-US" sz="1200" b="1" bmk="_Toc247988889">
                <a:solidFill>
                  <a:srgbClr val="000000"/>
                </a:solidFill>
                <a:latin typeface="Arial"/>
                <a:ea typeface="Calibri"/>
                <a:cs typeface="Arial"/>
              </a:rPr>
              <a:t>distributed to</a:t>
            </a:r>
            <a:r>
              <a:rPr kumimoji="0" lang="en-GB" altLang="en-US" sz="1200" b="0" i="0" u="none" strike="noStrike" kern="1200" cap="none" spc="0" normalizeH="0" baseline="0" noProof="0" bmk="_Toc247988889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:</a:t>
            </a:r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FB8DF-EB23-9C94-367D-FE93AD5C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cs typeface="Arial"/>
              </a:rPr>
              <a:t>Architecture Distribution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37A27-75C5-A6DE-223D-78B6F53C5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FDDAC0-1426-DBEA-A19C-7D6F6890B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955060"/>
              </p:ext>
            </p:extLst>
          </p:nvPr>
        </p:nvGraphicFramePr>
        <p:xfrm>
          <a:off x="627802" y="1948661"/>
          <a:ext cx="9172932" cy="2455134"/>
        </p:xfrm>
        <a:graphic>
          <a:graphicData uri="http://schemas.openxmlformats.org/drawingml/2006/table">
            <a:tbl>
              <a:tblPr firstRow="1" firstCol="1" bandRow="1"/>
              <a:tblGrid>
                <a:gridCol w="1775595">
                  <a:extLst>
                    <a:ext uri="{9D8B030D-6E8A-4147-A177-3AD203B41FA5}">
                      <a16:colId xmlns:a16="http://schemas.microsoft.com/office/drawing/2014/main" val="3333872984"/>
                    </a:ext>
                  </a:extLst>
                </a:gridCol>
                <a:gridCol w="5419068">
                  <a:extLst>
                    <a:ext uri="{9D8B030D-6E8A-4147-A177-3AD203B41FA5}">
                      <a16:colId xmlns:a16="http://schemas.microsoft.com/office/drawing/2014/main" val="997251457"/>
                    </a:ext>
                  </a:extLst>
                </a:gridCol>
                <a:gridCol w="1099038">
                  <a:extLst>
                    <a:ext uri="{9D8B030D-6E8A-4147-A177-3AD203B41FA5}">
                      <a16:colId xmlns:a16="http://schemas.microsoft.com/office/drawing/2014/main" val="2536154606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4148479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Role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Version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28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23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/>
                        <a:t>[Name]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Deputy Director of Architecture 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05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Deputy Director of  Modern Workspace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951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Deputy Director of Engineering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131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Enterprise Architect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498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Enterprise Architect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739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Solutions Architect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170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Solutions Architect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941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[Name]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Business Architect</a:t>
                      </a: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217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94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F28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84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30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Purpose &amp; Decision Sought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C7336-6350-6FCE-EFF7-ECF470305BFE}"/>
              </a:ext>
            </a:extLst>
          </p:cNvPr>
          <p:cNvSpPr txBox="1"/>
          <p:nvPr/>
        </p:nvSpPr>
        <p:spPr bwMode="auto">
          <a:xfrm>
            <a:off x="289711" y="1267485"/>
            <a:ext cx="11298725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Purpose: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+mn-cs"/>
            </a:endParaRPr>
          </a:p>
          <a:p>
            <a:pPr lvl="1">
              <a:defRPr/>
            </a:pPr>
            <a:r>
              <a:rPr kumimoji="0" lang="en-GB" sz="1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[State why this paper exists and the capability or problem it addresses, in one or two sentences.]</a:t>
            </a:r>
            <a:endParaRPr lang="en-GB" sz="1400" kern="0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Decision Sought: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+mn-cs"/>
            </a:endParaRPr>
          </a:p>
          <a:p>
            <a:pPr lvl="1">
              <a:defRPr/>
            </a:pPr>
            <a:r>
              <a:rPr kumimoji="0" lang="en-GB" sz="1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[State the specific decision the Architecture Review Board is being asked to make.]</a:t>
            </a:r>
            <a:endParaRPr lang="en-GB" sz="14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Arial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Recommendations: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[State the recommended option and the headline reason it is preferred.]</a:t>
            </a:r>
            <a:endParaRPr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007E47C-E884-F486-196F-A6DDF5D8F97D}"/>
              </a:ext>
            </a:extLst>
          </p:cNvPr>
          <p:cNvSpPr txBox="1">
            <a:spLocks/>
          </p:cNvSpPr>
          <p:nvPr/>
        </p:nvSpPr>
        <p:spPr bwMode="auto">
          <a:xfrm>
            <a:off x="11410520" y="6400800"/>
            <a:ext cx="781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360000" bIns="18000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rgbClr val="5F286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FF9A2A7-9E3D-44C9-AA5C-CC50684E6DCB}" type="slidenum">
              <a:rPr lang="en-US" sz="686" smtClean="0"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>
                <a:defRPr/>
              </a:pPr>
              <a:t>4</a:t>
            </a:fld>
            <a:endParaRPr lang="en-US" sz="1067" dirty="0">
              <a:solidFill>
                <a:srgbClr val="6D2E69"/>
              </a:solidFill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9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8C8E7-6A6B-7706-AF58-0A07714D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95BB65-EDCA-FBC1-5B91-B385376D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1" y="209749"/>
            <a:ext cx="7437967" cy="906463"/>
          </a:xfrm>
        </p:spPr>
        <p:txBody>
          <a:bodyPr/>
          <a:lstStyle/>
          <a:p>
            <a:pPr lvl="0">
              <a:defRPr/>
            </a:pPr>
            <a:r>
              <a:rPr lang="en-GB">
                <a:solidFill>
                  <a:srgbClr val="FFFFFF"/>
                </a:solidFill>
              </a:rPr>
              <a:t>Background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040FE-5DD0-960D-A5D9-96312B731F04}"/>
              </a:ext>
            </a:extLst>
          </p:cNvPr>
          <p:cNvSpPr txBox="1"/>
          <p:nvPr/>
        </p:nvSpPr>
        <p:spPr bwMode="auto">
          <a:xfrm>
            <a:off x="225232" y="1260001"/>
            <a:ext cx="11621328" cy="1969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[Summarise the current situation, systems or constraints that prompted this paper.]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[Note any drivers for change, for example end of support, cost, risk or strategic alignment.]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B188CEF-8E93-48B2-C7A2-49AEFD3B5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10520" y="6400800"/>
            <a:ext cx="78148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49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85CE7-7B41-AB5E-884D-A3C67F52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6F5F-5195-10C7-E9D7-9468D401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1" y="209749"/>
            <a:ext cx="7755468" cy="906463"/>
          </a:xfrm>
        </p:spPr>
        <p:txBody>
          <a:bodyPr/>
          <a:lstStyle/>
          <a:p>
            <a:r>
              <a:rPr lang="en-GB" sz="2000">
                <a:latin typeface="+mj-lt"/>
              </a:rPr>
              <a:t>Options </a:t>
            </a:r>
            <a:r>
              <a:rPr lang="en-GB">
                <a:latin typeface="+mj-lt"/>
              </a:rPr>
              <a:t>Summary</a:t>
            </a:r>
            <a:endParaRPr lang="en-GB" sz="2000">
              <a:latin typeface="+mj-lt"/>
            </a:endParaRPr>
          </a:p>
        </p:txBody>
      </p:sp>
      <p:sp>
        <p:nvSpPr>
          <p:cNvPr id="38" name="Rectangle 187">
            <a:extLst>
              <a:ext uri="{FF2B5EF4-FFF2-40B4-BE49-F238E27FC236}">
                <a16:creationId xmlns:a16="http://schemas.microsoft.com/office/drawing/2014/main" id="{B642368A-EF5B-5C74-00B8-C104676FF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7532" y="1641118"/>
            <a:ext cx="4672012" cy="233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39" name="Group 168">
            <a:extLst>
              <a:ext uri="{FF2B5EF4-FFF2-40B4-BE49-F238E27FC236}">
                <a16:creationId xmlns:a16="http://schemas.microsoft.com/office/drawing/2014/main" id="{15B5677A-8B35-AF5E-1449-0416E97AC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863570"/>
              </p:ext>
            </p:extLst>
          </p:nvPr>
        </p:nvGraphicFramePr>
        <p:xfrm>
          <a:off x="536878" y="1224646"/>
          <a:ext cx="11248720" cy="2750520"/>
        </p:xfrm>
        <a:graphic>
          <a:graphicData uri="http://schemas.openxmlformats.org/drawingml/2006/table">
            <a:tbl>
              <a:tblPr/>
              <a:tblGrid>
                <a:gridCol w="681687">
                  <a:extLst>
                    <a:ext uri="{9D8B030D-6E8A-4147-A177-3AD203B41FA5}">
                      <a16:colId xmlns:a16="http://schemas.microsoft.com/office/drawing/2014/main" val="1577332914"/>
                    </a:ext>
                  </a:extLst>
                </a:gridCol>
                <a:gridCol w="186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091">
                  <a:extLst>
                    <a:ext uri="{9D8B030D-6E8A-4147-A177-3AD203B41FA5}">
                      <a16:colId xmlns:a16="http://schemas.microsoft.com/office/drawing/2014/main" val="2937129699"/>
                    </a:ext>
                  </a:extLst>
                </a:gridCol>
                <a:gridCol w="981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265">
                  <a:extLst>
                    <a:ext uri="{9D8B030D-6E8A-4147-A177-3AD203B41FA5}">
                      <a16:colId xmlns:a16="http://schemas.microsoft.com/office/drawing/2014/main" val="3671297273"/>
                    </a:ext>
                  </a:extLst>
                </a:gridCol>
                <a:gridCol w="992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5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84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/>
                        </a:rPr>
                        <a:t>Option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Cost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Security Risk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Ops Support Fit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Delivery Confidence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Time to Deliver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Architecture Fit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Key Characteristics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GB" sz="1100"/>
                        <a:t>[Option 1 name]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GB" sz="1050"/>
                        <a:t>[Key characteristics]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GB" sz="1100"/>
                        <a:t>[Option 2 name]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GB" sz="1050"/>
                        <a:t>[Key characteristics]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[Option 3 name]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/>
                        <a:t>[Key characteristics]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77926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[Option 4 name]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/>
                        <a:t>[Key characteristics]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5607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366C81-86C1-CB71-E11D-4848C79142E6}"/>
              </a:ext>
            </a:extLst>
          </p:cNvPr>
          <p:cNvSpPr txBox="1"/>
          <p:nvPr/>
        </p:nvSpPr>
        <p:spPr>
          <a:xfrm>
            <a:off x="536879" y="4250000"/>
            <a:ext cx="1124872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Recommendation: [Option X] – [Option name]</a:t>
            </a:r>
          </a:p>
          <a:p>
            <a:br>
              <a:rPr lang="en-GB" sz="1400"/>
            </a:br>
            <a:r>
              <a:rPr lang="en-GB" sz="1200"/>
              <a:t>[State why this option is recommended: how it addresses the challenges and aligns with CQC strategy.]</a:t>
            </a:r>
            <a:endParaRPr lang="en-GB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FD4D1-9A63-580E-B509-D4E3E18A7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10520" y="6400800"/>
            <a:ext cx="781480" cy="4572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67" b="0" i="0" u="none" strike="noStrike" kern="1200" cap="none" spc="0" normalizeH="0" baseline="0" noProof="0" dirty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07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FA03-FAF9-B690-DE23-DD56ECD4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08B085-3F1A-3E25-C1B0-DE15827D85C4}"/>
              </a:ext>
            </a:extLst>
          </p:cNvPr>
          <p:cNvSpPr txBox="1"/>
          <p:nvPr/>
        </p:nvSpPr>
        <p:spPr>
          <a:xfrm>
            <a:off x="627802" y="1351326"/>
            <a:ext cx="1115779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defRPr/>
            </a:pPr>
            <a:r>
              <a:rPr kumimoji="0" lang="en-GB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[One line summary of this option]</a:t>
            </a:r>
            <a:endParaRPr lang="en-GB" altLang="en-US" sz="14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F2F3D-4E75-F7A1-0201-A59CC7CE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02" y="213644"/>
            <a:ext cx="9022079" cy="906463"/>
          </a:xfrm>
        </p:spPr>
        <p:txBody>
          <a:bodyPr/>
          <a:lstStyle/>
          <a:p>
            <a:r>
              <a:rPr lang="en-US" sz="2000" dirty="0">
                <a:cs typeface="Arial"/>
              </a:rPr>
              <a:t>Option 1 – [Option name]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00BC-943A-110B-68F3-34ADCB701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9" name="Group 199">
            <a:extLst>
              <a:ext uri="{FF2B5EF4-FFF2-40B4-BE49-F238E27FC236}">
                <a16:creationId xmlns:a16="http://schemas.microsoft.com/office/drawing/2014/main" id="{D208D353-8658-CF04-74BD-86E63A563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996126"/>
              </p:ext>
            </p:extLst>
          </p:nvPr>
        </p:nvGraphicFramePr>
        <p:xfrm>
          <a:off x="643462" y="2111570"/>
          <a:ext cx="10949824" cy="3759564"/>
        </p:xfrm>
        <a:graphic>
          <a:graphicData uri="http://schemas.openxmlformats.org/drawingml/2006/table">
            <a:tbl>
              <a:tblPr/>
              <a:tblGrid>
                <a:gridCol w="161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Lens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007393"/>
                  </a:ext>
                </a:extLst>
              </a:tr>
              <a:tr h="55581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Costs (project and operational)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3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Security Risk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3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Operational Support Fit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2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Delivery Confidence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2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Time to Deliver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032389"/>
                  </a:ext>
                </a:extLst>
              </a:tr>
              <a:tr h="5959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Architecture Fit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52733"/>
                  </a:ext>
                </a:extLst>
              </a:tr>
            </a:tbl>
          </a:graphicData>
        </a:graphic>
      </p:graphicFrame>
      <p:sp>
        <p:nvSpPr>
          <p:cNvPr id="10" name="Oval 235">
            <a:extLst>
              <a:ext uri="{FF2B5EF4-FFF2-40B4-BE49-F238E27FC236}">
                <a16:creationId xmlns:a16="http://schemas.microsoft.com/office/drawing/2014/main" id="{9FFA04CF-2BFB-3268-C154-52F2E3729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2539041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1" name="Oval 236">
            <a:extLst>
              <a:ext uri="{FF2B5EF4-FFF2-40B4-BE49-F238E27FC236}">
                <a16:creationId xmlns:a16="http://schemas.microsoft.com/office/drawing/2014/main" id="{15114837-3902-7C92-F901-6A6D4C03E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3198786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2" name="Oval 237">
            <a:extLst>
              <a:ext uri="{FF2B5EF4-FFF2-40B4-BE49-F238E27FC236}">
                <a16:creationId xmlns:a16="http://schemas.microsoft.com/office/drawing/2014/main" id="{10D8F748-C4EE-0364-3340-9B0407A80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3858531"/>
            <a:ext cx="271450" cy="274638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3" name="Oval 239">
            <a:extLst>
              <a:ext uri="{FF2B5EF4-FFF2-40B4-BE49-F238E27FC236}">
                <a16:creationId xmlns:a16="http://schemas.microsoft.com/office/drawing/2014/main" id="{64D5CA5F-191D-777A-67C2-43B7A87A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4409417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5" name="Oval 239">
            <a:extLst>
              <a:ext uri="{FF2B5EF4-FFF2-40B4-BE49-F238E27FC236}">
                <a16:creationId xmlns:a16="http://schemas.microsoft.com/office/drawing/2014/main" id="{B730DFDC-AF99-81D4-849D-39DE42821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4877413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6" name="Oval 239">
            <a:extLst>
              <a:ext uri="{FF2B5EF4-FFF2-40B4-BE49-F238E27FC236}">
                <a16:creationId xmlns:a16="http://schemas.microsoft.com/office/drawing/2014/main" id="{D01D4F5E-7BF8-03B9-3663-E19DB0B42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5429785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</p:spTree>
    <p:extLst>
      <p:ext uri="{BB962C8B-B14F-4D97-AF65-F5344CB8AC3E}">
        <p14:creationId xmlns:p14="http://schemas.microsoft.com/office/powerpoint/2010/main" val="302509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AE5C-9F45-1B26-C41F-4B54B96B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EF8C9C-C5E4-8B21-EC9D-D32AEBFC8725}"/>
              </a:ext>
            </a:extLst>
          </p:cNvPr>
          <p:cNvSpPr txBox="1"/>
          <p:nvPr/>
        </p:nvSpPr>
        <p:spPr>
          <a:xfrm>
            <a:off x="539475" y="1274127"/>
            <a:ext cx="1105381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defRPr/>
            </a:pPr>
            <a:r>
              <a:rPr kumimoji="0" lang="en-GB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[One line summary of this option]</a:t>
            </a:r>
            <a:endParaRPr lang="en-GB" altLang="en-US" sz="14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54034-9F28-1397-1298-FB611DE2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02" y="213644"/>
            <a:ext cx="9022079" cy="906463"/>
          </a:xfrm>
        </p:spPr>
        <p:txBody>
          <a:bodyPr/>
          <a:lstStyle/>
          <a:p>
            <a:r>
              <a:rPr lang="en-US" sz="2000" dirty="0">
                <a:cs typeface="Arial"/>
              </a:rPr>
              <a:t>Option 2 – [Option name]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09567-40C4-0230-306E-C695C54C5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9" name="Group 199">
            <a:extLst>
              <a:ext uri="{FF2B5EF4-FFF2-40B4-BE49-F238E27FC236}">
                <a16:creationId xmlns:a16="http://schemas.microsoft.com/office/drawing/2014/main" id="{8AEE2796-FDA1-C7E2-4C77-12550670B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930168"/>
              </p:ext>
            </p:extLst>
          </p:nvPr>
        </p:nvGraphicFramePr>
        <p:xfrm>
          <a:off x="643462" y="2111570"/>
          <a:ext cx="10949824" cy="3759564"/>
        </p:xfrm>
        <a:graphic>
          <a:graphicData uri="http://schemas.openxmlformats.org/drawingml/2006/table">
            <a:tbl>
              <a:tblPr/>
              <a:tblGrid>
                <a:gridCol w="161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Lens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007393"/>
                  </a:ext>
                </a:extLst>
              </a:tr>
              <a:tr h="55581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Costs (project and operational)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3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Security Risk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3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Operational Support Fit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2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Delivery Confidence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2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Time to Deliver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032389"/>
                  </a:ext>
                </a:extLst>
              </a:tr>
              <a:tr h="5959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Architecture Fit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52733"/>
                  </a:ext>
                </a:extLst>
              </a:tr>
            </a:tbl>
          </a:graphicData>
        </a:graphic>
      </p:graphicFrame>
      <p:sp>
        <p:nvSpPr>
          <p:cNvPr id="10" name="Oval 235">
            <a:extLst>
              <a:ext uri="{FF2B5EF4-FFF2-40B4-BE49-F238E27FC236}">
                <a16:creationId xmlns:a16="http://schemas.microsoft.com/office/drawing/2014/main" id="{5BE58A41-9463-3D31-F482-8723D902B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058" y="2594277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1" name="Oval 236">
            <a:extLst>
              <a:ext uri="{FF2B5EF4-FFF2-40B4-BE49-F238E27FC236}">
                <a16:creationId xmlns:a16="http://schemas.microsoft.com/office/drawing/2014/main" id="{AC9C1744-0269-4E91-CB1D-996A377AB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058" y="3191546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2" name="Oval 237">
            <a:extLst>
              <a:ext uri="{FF2B5EF4-FFF2-40B4-BE49-F238E27FC236}">
                <a16:creationId xmlns:a16="http://schemas.microsoft.com/office/drawing/2014/main" id="{6540FE5C-B24D-EE6C-A141-8ACBF5421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058" y="3851768"/>
            <a:ext cx="271450" cy="274638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3" name="Oval 239">
            <a:extLst>
              <a:ext uri="{FF2B5EF4-FFF2-40B4-BE49-F238E27FC236}">
                <a16:creationId xmlns:a16="http://schemas.microsoft.com/office/drawing/2014/main" id="{15AD0500-C71B-C336-B146-7B247BCC2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058" y="4404141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5" name="Oval 239">
            <a:extLst>
              <a:ext uri="{FF2B5EF4-FFF2-40B4-BE49-F238E27FC236}">
                <a16:creationId xmlns:a16="http://schemas.microsoft.com/office/drawing/2014/main" id="{A4E9AE12-1FDE-19A1-B561-EAD26715F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911" y="4863000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6" name="Oval 239">
            <a:extLst>
              <a:ext uri="{FF2B5EF4-FFF2-40B4-BE49-F238E27FC236}">
                <a16:creationId xmlns:a16="http://schemas.microsoft.com/office/drawing/2014/main" id="{0B7E1A21-C683-A3A9-87B8-1C1C2426C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911" y="5420979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</p:spTree>
    <p:extLst>
      <p:ext uri="{BB962C8B-B14F-4D97-AF65-F5344CB8AC3E}">
        <p14:creationId xmlns:p14="http://schemas.microsoft.com/office/powerpoint/2010/main" val="243328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92E1-F833-5BB2-0819-32336F1FC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F4CE58-7EB0-BB60-0021-9B98C63C9C58}"/>
              </a:ext>
            </a:extLst>
          </p:cNvPr>
          <p:cNvSpPr txBox="1"/>
          <p:nvPr/>
        </p:nvSpPr>
        <p:spPr>
          <a:xfrm>
            <a:off x="543854" y="1409886"/>
            <a:ext cx="1105381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defRPr/>
            </a:pPr>
            <a:r>
              <a:rPr kumimoji="0" lang="en-GB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[One line summary of this option]</a:t>
            </a:r>
            <a:endParaRPr lang="en-GB" altLang="en-US" sz="14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FD200-DF29-C72B-1D07-AB2BBB04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03" y="213644"/>
            <a:ext cx="8896094" cy="906463"/>
          </a:xfrm>
        </p:spPr>
        <p:txBody>
          <a:bodyPr/>
          <a:lstStyle/>
          <a:p>
            <a:r>
              <a:rPr lang="en-US" dirty="0">
                <a:cs typeface="Arial"/>
              </a:rPr>
              <a:t>Option 3 – </a:t>
            </a:r>
            <a:r>
              <a:rPr lang="en-GB" altLang="en-US" dirty="0">
                <a:cs typeface="Arial"/>
              </a:rPr>
              <a:t>[Option name]</a:t>
            </a:r>
            <a:endParaRPr lang="en-GB" dirty="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43350-CB15-D96A-BBEA-6C4C651BF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9" name="Group 199">
            <a:extLst>
              <a:ext uri="{FF2B5EF4-FFF2-40B4-BE49-F238E27FC236}">
                <a16:creationId xmlns:a16="http://schemas.microsoft.com/office/drawing/2014/main" id="{DB377E20-04D0-5AEC-A66A-F30B7014A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36381"/>
              </p:ext>
            </p:extLst>
          </p:nvPr>
        </p:nvGraphicFramePr>
        <p:xfrm>
          <a:off x="643462" y="2111570"/>
          <a:ext cx="10949824" cy="3759564"/>
        </p:xfrm>
        <a:graphic>
          <a:graphicData uri="http://schemas.openxmlformats.org/drawingml/2006/table">
            <a:tbl>
              <a:tblPr/>
              <a:tblGrid>
                <a:gridCol w="161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Lens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007393"/>
                  </a:ext>
                </a:extLst>
              </a:tr>
              <a:tr h="55581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Costs (project and operational)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070" marR="0" lvl="0" indent="-17907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070" marR="0" lvl="0" indent="-179070" algn="l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/>
                        <a:cs typeface="Arial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3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Security Risk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070" marR="0" lvl="0" indent="-179070" algn="l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</a:pPr>
                      <a:endParaRPr kumimoji="0" lang="en-GB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/>
                        <a:cs typeface="Arial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070" marR="0" lvl="0" indent="-17907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lang="en-GB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MS PGothic"/>
                        <a:cs typeface="Arial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3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Operational Support Fit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070" marR="0" lvl="0" indent="-17907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/>
                        <a:cs typeface="Arial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070" marR="0" lvl="0" indent="-17907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/>
                        <a:cs typeface="Arial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2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Delivery Confidence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070" marR="0" lvl="0" indent="-17907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070" marR="0" lvl="0" indent="-17907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2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/>
                          <a:cs typeface="Arial"/>
                        </a:rPr>
                        <a:t>Time to Deliver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070" marR="0" lvl="0" indent="-17907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070" marR="0" lvl="0" indent="-17907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/>
                        <a:cs typeface="Arial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032389"/>
                  </a:ext>
                </a:extLst>
              </a:tr>
              <a:tr h="5959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/>
                          <a:cs typeface="Arial"/>
                        </a:rPr>
                        <a:t>Architecture Fit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070" marR="0" lvl="0" indent="-179070" algn="l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/>
                        <a:cs typeface="Arial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070" marR="0" lvl="0" indent="-17907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/>
                        <a:cs typeface="Arial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52733"/>
                  </a:ext>
                </a:extLst>
              </a:tr>
            </a:tbl>
          </a:graphicData>
        </a:graphic>
      </p:graphicFrame>
      <p:sp>
        <p:nvSpPr>
          <p:cNvPr id="10" name="Oval 235">
            <a:extLst>
              <a:ext uri="{FF2B5EF4-FFF2-40B4-BE49-F238E27FC236}">
                <a16:creationId xmlns:a16="http://schemas.microsoft.com/office/drawing/2014/main" id="{78FB7E87-8DC3-14C0-9F42-CC27E3698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058" y="2594277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1" name="Oval 236">
            <a:extLst>
              <a:ext uri="{FF2B5EF4-FFF2-40B4-BE49-F238E27FC236}">
                <a16:creationId xmlns:a16="http://schemas.microsoft.com/office/drawing/2014/main" id="{6CC2357A-68FA-2FF8-F708-18F70296A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058" y="3191546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2" name="Oval 237">
            <a:extLst>
              <a:ext uri="{FF2B5EF4-FFF2-40B4-BE49-F238E27FC236}">
                <a16:creationId xmlns:a16="http://schemas.microsoft.com/office/drawing/2014/main" id="{FDC10B99-D80B-3922-6629-527AB34AF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058" y="3851768"/>
            <a:ext cx="271450" cy="274638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3" name="Oval 239">
            <a:extLst>
              <a:ext uri="{FF2B5EF4-FFF2-40B4-BE49-F238E27FC236}">
                <a16:creationId xmlns:a16="http://schemas.microsoft.com/office/drawing/2014/main" id="{4CD976D2-3EA3-A1B0-00F9-513972731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058" y="4404141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5" name="Oval 239">
            <a:extLst>
              <a:ext uri="{FF2B5EF4-FFF2-40B4-BE49-F238E27FC236}">
                <a16:creationId xmlns:a16="http://schemas.microsoft.com/office/drawing/2014/main" id="{8BDEDD66-BA9B-BFEC-1FB0-35705DA15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911" y="4880668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6" name="Oval 239">
            <a:extLst>
              <a:ext uri="{FF2B5EF4-FFF2-40B4-BE49-F238E27FC236}">
                <a16:creationId xmlns:a16="http://schemas.microsoft.com/office/drawing/2014/main" id="{411A2504-0346-612D-C2C7-14DDDB810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911" y="5420979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</p:spTree>
    <p:extLst>
      <p:ext uri="{BB962C8B-B14F-4D97-AF65-F5344CB8AC3E}">
        <p14:creationId xmlns:p14="http://schemas.microsoft.com/office/powerpoint/2010/main" val="384807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8555-DD49-A656-FA46-E90DB716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01ACE9-ACB5-4325-96CC-121E6EFD24CC}"/>
              </a:ext>
            </a:extLst>
          </p:cNvPr>
          <p:cNvSpPr txBox="1"/>
          <p:nvPr/>
        </p:nvSpPr>
        <p:spPr>
          <a:xfrm>
            <a:off x="539475" y="1274127"/>
            <a:ext cx="1105381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defRPr/>
            </a:pPr>
            <a:r>
              <a:rPr kumimoji="0" lang="en-GB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[One line summary of this option]</a:t>
            </a:r>
            <a:endParaRPr lang="en-GB" altLang="en-US" sz="1400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98585-7003-92B8-D630-6A33A7C0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02" y="213644"/>
            <a:ext cx="8962512" cy="906463"/>
          </a:xfrm>
        </p:spPr>
        <p:txBody>
          <a:bodyPr/>
          <a:lstStyle/>
          <a:p>
            <a:r>
              <a:rPr lang="en-US" sz="2000" dirty="0">
                <a:cs typeface="Arial"/>
              </a:rPr>
              <a:t>Option 4 – [Option name]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75F23-BFC4-BB4F-476E-86271C57CD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9" name="Group 199">
            <a:extLst>
              <a:ext uri="{FF2B5EF4-FFF2-40B4-BE49-F238E27FC236}">
                <a16:creationId xmlns:a16="http://schemas.microsoft.com/office/drawing/2014/main" id="{671C1740-908C-44BD-1148-F623AD9D3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034848"/>
              </p:ext>
            </p:extLst>
          </p:nvPr>
        </p:nvGraphicFramePr>
        <p:xfrm>
          <a:off x="643462" y="2111570"/>
          <a:ext cx="10949824" cy="3759564"/>
        </p:xfrm>
        <a:graphic>
          <a:graphicData uri="http://schemas.openxmlformats.org/drawingml/2006/table">
            <a:tbl>
              <a:tblPr/>
              <a:tblGrid>
                <a:gridCol w="161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Lens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007393"/>
                  </a:ext>
                </a:extLst>
              </a:tr>
              <a:tr h="55581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Costs (project and operational)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3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Security Risk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3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Operational Support Fit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2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Delivery Confidence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9388" indent="-179388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2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Time to Deliver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032389"/>
                  </a:ext>
                </a:extLst>
              </a:tr>
              <a:tr h="5959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panose="020B0600070205080204" pitchFamily="34" charset="-128"/>
                          <a:cs typeface="Arial" panose="020B0604020202020204" pitchFamily="34" charset="0"/>
                        </a:rPr>
                        <a:t>Architecture Fit</a:t>
                      </a:r>
                    </a:p>
                  </a:txBody>
                  <a:tcPr marL="72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52733"/>
                  </a:ext>
                </a:extLst>
              </a:tr>
            </a:tbl>
          </a:graphicData>
        </a:graphic>
      </p:graphicFrame>
      <p:sp>
        <p:nvSpPr>
          <p:cNvPr id="10" name="Oval 235">
            <a:extLst>
              <a:ext uri="{FF2B5EF4-FFF2-40B4-BE49-F238E27FC236}">
                <a16:creationId xmlns:a16="http://schemas.microsoft.com/office/drawing/2014/main" id="{B6A3A9E1-8256-149A-6230-EB5DD43E1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2489548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1" name="Oval 236">
            <a:extLst>
              <a:ext uri="{FF2B5EF4-FFF2-40B4-BE49-F238E27FC236}">
                <a16:creationId xmlns:a16="http://schemas.microsoft.com/office/drawing/2014/main" id="{7B875E1B-95CB-1F6F-FCDE-64E9B2927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3198786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2" name="Oval 237">
            <a:extLst>
              <a:ext uri="{FF2B5EF4-FFF2-40B4-BE49-F238E27FC236}">
                <a16:creationId xmlns:a16="http://schemas.microsoft.com/office/drawing/2014/main" id="{9006E466-0171-6E93-F0B1-2D29CDC91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3858531"/>
            <a:ext cx="271450" cy="274638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13" name="Oval 239">
            <a:extLst>
              <a:ext uri="{FF2B5EF4-FFF2-40B4-BE49-F238E27FC236}">
                <a16:creationId xmlns:a16="http://schemas.microsoft.com/office/drawing/2014/main" id="{383BF667-26A2-C579-403B-D262083F5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4409417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5" name="Oval 239">
            <a:extLst>
              <a:ext uri="{FF2B5EF4-FFF2-40B4-BE49-F238E27FC236}">
                <a16:creationId xmlns:a16="http://schemas.microsoft.com/office/drawing/2014/main" id="{216F6F7A-10B4-EFD9-C26F-FED07AA5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4877413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  <p:sp>
        <p:nvSpPr>
          <p:cNvPr id="6" name="Oval 239">
            <a:extLst>
              <a:ext uri="{FF2B5EF4-FFF2-40B4-BE49-F238E27FC236}">
                <a16:creationId xmlns:a16="http://schemas.microsoft.com/office/drawing/2014/main" id="{2B733991-CA82-9273-74E9-9EC7691A6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050" y="5429785"/>
            <a:ext cx="271450" cy="274637"/>
          </a:xfrm>
          <a:prstGeom prst="ellipse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rgbClr val="003399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800"/>
          </a:p>
        </p:txBody>
      </p:sp>
    </p:spTree>
    <p:extLst>
      <p:ext uri="{BB962C8B-B14F-4D97-AF65-F5344CB8AC3E}">
        <p14:creationId xmlns:p14="http://schemas.microsoft.com/office/powerpoint/2010/main" val="2968895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7A7C-281E-0BF7-FA0D-00541A7E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465E1-FD45-F61F-B0C4-9DF612981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260000"/>
            <a:ext cx="11104880" cy="4318000"/>
          </a:xfrm>
        </p:spPr>
        <p:txBody>
          <a:bodyPr/>
          <a:lstStyle/>
          <a:p>
            <a:pPr marL="0" indent="0"/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[List the next steps, owners and indicative timescales following the decision.]</a:t>
            </a:r>
          </a:p>
          <a:p>
            <a:pPr marL="0" indent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89E50-8FAA-2799-1872-B126F48A2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F9A2A7-9E3D-44C9-AA5C-CC50684E6DCB}" type="slidenum">
              <a:rPr kumimoji="0" lang="en-US" sz="686" b="0" i="0" u="none" strike="noStrike" kern="1200" cap="none" spc="0" normalizeH="0" baseline="0" noProof="0" smtClean="0">
                <a:ln>
                  <a:noFill/>
                </a:ln>
                <a:solidFill>
                  <a:srgbClr val="5F286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6D2E69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289609"/>
      </p:ext>
    </p:extLst>
  </p:cSld>
  <p:clrMapOvr>
    <a:masterClrMapping/>
  </p:clrMapOvr>
</p:sld>
</file>

<file path=ppt/theme/theme1.xml><?xml version="1.0" encoding="utf-8"?>
<a:theme xmlns:a="http://schemas.openxmlformats.org/drawingml/2006/main" name="GDS style presentation template (letterbox version)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5384C888-AC54-45D8-8A09-45E34B9E2D03}" vid="{0CD51092-7938-41E1-8020-29856681787F}"/>
    </a:ext>
  </a:extLst>
</a:theme>
</file>

<file path=ppt/theme/theme2.xml><?xml version="1.0" encoding="utf-8"?>
<a:theme xmlns:a="http://schemas.openxmlformats.org/drawingml/2006/main" name="4_20205_CQC_Template">
  <a:themeElements>
    <a:clrScheme name="20205_CQC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0205_CQC_Templa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alpha val="0"/>
          </a:schemeClr>
        </a:solidFill>
        <a:ln w="31750" cap="flat" cmpd="sng" algn="ctr">
          <a:solidFill>
            <a:srgbClr val="9966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-1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-16" charset="-128"/>
          </a:defRPr>
        </a:defPPr>
      </a:lstStyle>
    </a:lnDef>
  </a:objectDefaults>
  <a:extraClrSchemeLst>
    <a:extraClrScheme>
      <a:clrScheme name="20205_CQC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20205_CQC_Template">
  <a:themeElements>
    <a:clrScheme name="20205_CQC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0205_CQC_Template">
      <a:majorFont>
        <a:latin typeface="Arial"/>
        <a:ea typeface="MS PGothic"/>
        <a:cs typeface=""/>
      </a:majorFont>
      <a:minorFont>
        <a:latin typeface="Arial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-1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-16" charset="-128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algn="l" defTabSz="914400">
          <a:defRPr sz="1600" kern="0" dirty="0"/>
        </a:defPPr>
      </a:lstStyle>
    </a:txDef>
  </a:objectDefaults>
  <a:extraClrSchemeLst>
    <a:extraClrScheme>
      <a:clrScheme name="20205_CQC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205_CQC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205_CQC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3a5d0e-346d-4c9d-bf7b-a87519cbe8e9">
      <Terms xmlns="http://schemas.microsoft.com/office/infopath/2007/PartnerControls"/>
    </lcf76f155ced4ddcb4097134ff3c332f>
    <TaxCatchAll xmlns="02060e14-903b-46b0-9c4c-c29d7e6ac6a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7B95FAF6D49847B5407CCD479A3C03" ma:contentTypeVersion="17" ma:contentTypeDescription="Create a new document." ma:contentTypeScope="" ma:versionID="ccbdcda38a9a8d72c37c6beb6eb1397e">
  <xsd:schema xmlns:xsd="http://www.w3.org/2001/XMLSchema" xmlns:xs="http://www.w3.org/2001/XMLSchema" xmlns:p="http://schemas.microsoft.com/office/2006/metadata/properties" xmlns:ns2="df3a5d0e-346d-4c9d-bf7b-a87519cbe8e9" xmlns:ns3="02060e14-903b-46b0-9c4c-c29d7e6ac6ab" targetNamespace="http://schemas.microsoft.com/office/2006/metadata/properties" ma:root="true" ma:fieldsID="8c33dfe35c5ebb10db7cb654425db13c" ns2:_="" ns3:_="">
    <xsd:import namespace="df3a5d0e-346d-4c9d-bf7b-a87519cbe8e9"/>
    <xsd:import namespace="02060e14-903b-46b0-9c4c-c29d7e6ac6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5d0e-346d-4c9d-bf7b-a87519cbe8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df9d8e5-705b-4129-800a-08ca17c57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060e14-903b-46b0-9c4c-c29d7e6ac6a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54d070d-bffa-49df-a41d-abc9c5920571}" ma:internalName="TaxCatchAll" ma:showField="CatchAllData" ma:web="02060e14-903b-46b0-9c4c-c29d7e6ac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49FD7F-F664-493C-BB4A-F9CEFE39A547}">
  <ds:schemaRefs>
    <ds:schemaRef ds:uri="02060e14-903b-46b0-9c4c-c29d7e6ac6ab"/>
    <ds:schemaRef ds:uri="df3a5d0e-346d-4c9d-bf7b-a87519cbe8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59BE877-776B-46D1-82EF-666E863BFB9D}">
  <ds:schemaRefs>
    <ds:schemaRef ds:uri="02060e14-903b-46b0-9c4c-c29d7e6ac6ab"/>
    <ds:schemaRef ds:uri="df3a5d0e-346d-4c9d-bf7b-a87519cbe8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39F88FE-CC7A-42BF-8A19-8912D18231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508</Words>
  <Application>Microsoft Office PowerPoint</Application>
  <PresentationFormat>Widescreen</PresentationFormat>
  <Paragraphs>146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Wingdings</vt:lpstr>
      <vt:lpstr>Wingdings 2</vt:lpstr>
      <vt:lpstr>GDS style presentation template (letterbox version)</vt:lpstr>
      <vt:lpstr>4_20205_CQC_Template</vt:lpstr>
      <vt:lpstr>5_20205_CQC_Template</vt:lpstr>
      <vt:lpstr> CQC Architecture Governance  Architecture Options Paper  Project: [Project / initiative name] Date Published: [Month Year] </vt:lpstr>
      <vt:lpstr>Version Control</vt:lpstr>
      <vt:lpstr>Architecture Distribution</vt:lpstr>
      <vt:lpstr>Purpose &amp; Decision Sought</vt:lpstr>
      <vt:lpstr>Background</vt:lpstr>
      <vt:lpstr>Options Summary</vt:lpstr>
      <vt:lpstr>Option 1 – [Option name]</vt:lpstr>
      <vt:lpstr>Option 2 – [Option name]</vt:lpstr>
      <vt:lpstr>Option 3 – [Option name]</vt:lpstr>
      <vt:lpstr>Option 4 – [Option name]</vt:lpstr>
      <vt:lpstr>Next Steps</vt:lpstr>
    </vt:vector>
  </TitlesOfParts>
  <Company>Care Quality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Bhatt</dc:creator>
  <cp:lastModifiedBy>David Garner</cp:lastModifiedBy>
  <cp:revision>3</cp:revision>
  <dcterms:created xsi:type="dcterms:W3CDTF">2025-05-22T10:07:50Z</dcterms:created>
  <dcterms:modified xsi:type="dcterms:W3CDTF">2026-07-22T09:54:24Z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0x010100F27B95FAF6D49847B5407CCD479A3C03</vt:lpwstr>
  </property>
</Properties>
</file>