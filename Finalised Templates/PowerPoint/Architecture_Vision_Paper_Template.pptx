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3" r:id="rId5"/>
    <p:sldMasterId id="2147483676" r:id="rId6"/>
  </p:sldMasterIdLst>
  <p:notesMasterIdLst>
    <p:notesMasterId r:id="rId23"/>
  </p:notesMasterIdLst>
  <p:sldIdLst>
    <p:sldId id="257" r:id="rId7"/>
    <p:sldId id="258" r:id="rId8"/>
    <p:sldId id="259" r:id="rId9"/>
    <p:sldId id="260" r:id="rId10"/>
    <p:sldId id="261" r:id="rId29"/>
    <p:sldId id="262" r:id="rId30"/>
    <p:sldId id="263" r:id="rId31"/>
    <p:sldId id="264" r:id="rId37"/>
    <p:sldId id="265" r:id="rId16"/>
    <p:sldId id="266" r:id="rId32"/>
    <p:sldId id="267" r:id="rId33"/>
    <p:sldId id="268" r:id="rId38"/>
    <p:sldId id="269" r:id="rId34"/>
    <p:sldId id="270" r:id="rId35"/>
    <p:sldId id="271" r:id="rId36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FF56"/>
    <a:srgbClr val="FFFFCC"/>
    <a:srgbClr val="FF7C80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9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2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7" Type="http://schemas.openxmlformats.org/officeDocument/2006/relationships/tableStyles" Target="tableStyles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E922EC-2A61-4F4D-8DC4-BA287447E982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EFEE7C-B619-407F-AB56-78E1EEBAE2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4205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EFEE7C-B619-407F-AB56-78E1EEBAE23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5222976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4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?>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emf"/><Relationship Id="rId5" Type="http://schemas.openxmlformats.org/officeDocument/2006/relationships/image" Target="../media/image3.emf"/><Relationship Id="rId4" Type="http://schemas.openxmlformats.org/officeDocument/2006/relationships/image" Target="../media/image7.emf"/></Relationships>
</file>

<file path=ppt/slideLayouts/_rels/slideLayout16.xml.rels><?xml version="1.0" encoding="UTF-8"?>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3.xml"/></Relationships>
</file>

<file path=ppt/slideLayouts/_rels/slideLayout17.xml.rels><?xml version="1.0" encoding="UTF-8"?>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3.xml"/></Relationships>
</file>

<file path=ppt/slideLayouts/_rels/slideLayout18.xml.rels><?xml version="1.0" encoding="UTF-8"?>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3.xml"/></Relationships>
</file>

<file path=ppt/slideLayouts/_rels/slideLayout19.xml.rels><?xml version="1.0" encoding="UTF-8"?>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4.emf"/></Relationships>
</file>

<file path=ppt/slideLayouts/_rels/slideLayout20.xml.rels><?xml version="1.0" encoding="UTF-8"?>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5.jpeg"/></Relationships>
</file>

<file path=ppt/slideLayouts/_rels/slideLayout21.xml.rels><?xml version="1.0" encoding="UTF-8"?>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3.xml"/></Relationships>
</file>

<file path=ppt/slideLayouts/_rels/slideLayout22.xml.rels><?xml version="1.0" encoding="UTF-8"?>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8.emf"/></Relationships>
</file>

<file path=ppt/slideLayouts/_rels/slideLayout23.xml.rels><?xml version="1.0" encoding="UTF-8"?>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9.jpeg"/></Relationships>
</file>

<file path=ppt/slideLayouts/_rels/slideLayout24.xml.rels><?xml version="1.0" encoding="UTF-8"?>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3.xml"/></Relationships>
</file>

<file path=ppt/slideLayouts/_rels/slideLayout25.xml.rels><?xml version="1.0" encoding="UTF-8"?>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emf"/></Relationships>
</file>

<file path=ppt/slideLayouts/_rels/slideLayout26.xml.rels><?xml version="1.0" encoding="UTF-8"?>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emf"/></Relationships>
</file>

<file path=ppt/slideLayouts/_rels/slideLayout27.xml.rels><?xml version="1.0" encoding="UTF-8"?>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/Relationships>
</file>

<file path=ppt/slideLayouts/_rels/slideLayout28.xml.rels><?xml version="1.0" encoding="UTF-8"?>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/Relationships>
</file>

<file path=ppt/slideLayouts/_rels/slideLayout29.xml.rels><?xml version="1.0" encoding="UTF-8"?>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3.xml"/></Relationships>
</file>

<file path=ppt/slideLayouts/_rels/slideLayout30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?>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3.xml"/></Relationships>
</file>

<file path=ppt/slideLayouts/_rels/slideLayout47.xml.rels><?xml version="1.0" encoding="UTF-8"?>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3.xml"/></Relationships>
</file>

<file path=ppt/slideLayouts/_rels/slideLayout48.xml.rels><?xml version="1.0" encoding="UTF-8"?>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3.xml"/></Relationships>
</file>

<file path=ppt/slideLayouts/_rels/slideLayout49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?>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?>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?>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05D2C-D0CC-42E8-9949-5A5502952A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0948" y="326066"/>
            <a:ext cx="10515600" cy="3102935"/>
          </a:xfrm>
          <a:prstGeom prst="rect">
            <a:avLst/>
          </a:prstGeom>
        </p:spPr>
        <p:txBody>
          <a:bodyPr/>
          <a:lstStyle>
            <a:lvl1pPr>
              <a:defRPr sz="9600" b="1"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DA207B9-1364-4BEE-9442-FB1C2F89B7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0948" y="3910212"/>
            <a:ext cx="10515600" cy="960801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D2ABC5F-BF6D-4627-96BB-0F1F89C800F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0948" y="5168443"/>
            <a:ext cx="10515600" cy="767655"/>
          </a:xfrm>
        </p:spPr>
        <p:txBody>
          <a:bodyPr/>
          <a:lstStyle>
            <a:lvl1pPr>
              <a:defRPr sz="4267" b="0">
                <a:latin typeface="+mn-lt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Month, Year</a:t>
            </a:r>
          </a:p>
        </p:txBody>
      </p:sp>
    </p:spTree>
    <p:extLst>
      <p:ext uri="{BB962C8B-B14F-4D97-AF65-F5344CB8AC3E}">
        <p14:creationId xmlns:p14="http://schemas.microsoft.com/office/powerpoint/2010/main" val="416150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DFEF2EA-1063-4E84-98D8-1EC3C0F80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842" y="436522"/>
            <a:ext cx="10972319" cy="1325033"/>
          </a:xfrm>
          <a:prstGeom prst="rect">
            <a:avLst/>
          </a:prstGeom>
        </p:spPr>
        <p:txBody>
          <a:bodyPr/>
          <a:lstStyle>
            <a:lvl1pPr>
              <a:defRPr sz="5333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hape 8">
            <a:extLst>
              <a:ext uri="{FF2B5EF4-FFF2-40B4-BE49-F238E27FC236}">
                <a16:creationId xmlns:a16="http://schemas.microsoft.com/office/drawing/2014/main" id="{628A8322-546D-4F39-A2EF-5E9FF2B148A5}"/>
              </a:ext>
            </a:extLst>
          </p:cNvPr>
          <p:cNvSpPr txBox="1">
            <a:spLocks noGrp="1"/>
          </p:cNvSpPr>
          <p:nvPr>
            <p:ph idx="1" hasCustomPrompt="1"/>
          </p:nvPr>
        </p:nvSpPr>
        <p:spPr>
          <a:xfrm>
            <a:off x="609842" y="2900863"/>
            <a:ext cx="10972319" cy="105627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l" rtl="0">
              <a:spcBef>
                <a:spcPts val="0"/>
              </a:spcBef>
              <a:defRPr sz="4267" b="0" i="0"/>
            </a:lvl1pPr>
            <a:lvl2pPr marL="0" marR="0" indent="0" algn="l" rtl="0">
              <a:spcBef>
                <a:spcPts val="0"/>
              </a:spcBef>
              <a:defRPr/>
            </a:lvl2pPr>
            <a:lvl3pPr marL="0" marR="0" indent="0" algn="l" rtl="0">
              <a:spcBef>
                <a:spcPts val="0"/>
              </a:spcBef>
              <a:defRPr/>
            </a:lvl3pPr>
            <a:lvl4pPr marL="0" marR="0" indent="0" algn="l" rtl="0">
              <a:spcBef>
                <a:spcPts val="0"/>
              </a:spcBef>
              <a:defRPr/>
            </a:lvl4pPr>
            <a:lvl5pPr marL="0" marR="0" indent="0" algn="l" rtl="0">
              <a:spcBef>
                <a:spcPts val="0"/>
              </a:spcBef>
              <a:defRPr/>
            </a:lvl5pPr>
            <a:lvl6pPr marL="0" marR="0" indent="0" algn="l" rtl="0">
              <a:spcBef>
                <a:spcPts val="0"/>
              </a:spcBef>
              <a:defRPr/>
            </a:lvl6pPr>
            <a:lvl7pPr marL="0" marR="0" indent="0" algn="l" rtl="0">
              <a:spcBef>
                <a:spcPts val="0"/>
              </a:spcBef>
              <a:defRPr/>
            </a:lvl7pPr>
            <a:lvl8pPr marL="0" marR="0" indent="0" algn="l" rtl="0">
              <a:spcBef>
                <a:spcPts val="0"/>
              </a:spcBef>
              <a:defRPr/>
            </a:lvl8pPr>
            <a:lvl9pPr marL="0" marR="0" indent="0" algn="l" rtl="0">
              <a:spcBef>
                <a:spcPts val="0"/>
              </a:spcBef>
              <a:defRPr/>
            </a:lvl9pPr>
          </a:lstStyle>
          <a:p>
            <a:pPr lvl="0"/>
            <a:r>
              <a:rPr lang="en-US"/>
              <a:t>Key points here</a:t>
            </a:r>
          </a:p>
        </p:txBody>
      </p:sp>
    </p:spTree>
    <p:extLst>
      <p:ext uri="{BB962C8B-B14F-4D97-AF65-F5344CB8AC3E}">
        <p14:creationId xmlns:p14="http://schemas.microsoft.com/office/powerpoint/2010/main" val="1554059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/>
          <p:cNvSpPr>
            <a:spLocks noChangeArrowheads="1"/>
          </p:cNvSpPr>
          <p:nvPr/>
        </p:nvSpPr>
        <p:spPr bwMode="auto">
          <a:xfrm flipV="1">
            <a:off x="599024" y="1528763"/>
            <a:ext cx="8157633" cy="2159000"/>
          </a:xfrm>
          <a:prstGeom prst="roundRect">
            <a:avLst>
              <a:gd name="adj" fmla="val 4407"/>
            </a:avLst>
          </a:prstGeom>
          <a:solidFill>
            <a:srgbClr val="5F28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 altLang="en-US" sz="2400">
              <a:solidFill>
                <a:srgbClr val="000000"/>
              </a:solidFill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863600" y="1676400"/>
            <a:ext cx="7620000" cy="990600"/>
          </a:xfrm>
        </p:spPr>
        <p:txBody>
          <a:bodyPr anchor="t"/>
          <a:lstStyle>
            <a:lvl1pPr>
              <a:defRPr sz="35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863600" y="2895600"/>
            <a:ext cx="4876800" cy="3810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F571FC-6E97-69EA-31EF-4F7396B129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3600" y="402288"/>
            <a:ext cx="3303217" cy="89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683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FCFCEEC5-67CA-4272-919E-2E502A95A6FE}" type="slidenum">
              <a:rPr lang="en-US"/>
              <a:pPr>
                <a:defRPr/>
              </a:pPr>
              <a:t>‹#›</a:t>
            </a:fld>
            <a:endParaRPr lang="en-US" sz="1400">
              <a:solidFill>
                <a:srgbClr val="6D2E69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3A183B-5DF8-4406-9621-B39A6E1A71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19800" y="215420"/>
            <a:ext cx="3009928" cy="9073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22FE96-DF01-76CB-8572-FE4BAB9BB46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34197" y="246079"/>
            <a:ext cx="2095531" cy="833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555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5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2FD071D1-C257-4411-BCB5-DDE8BB66ADF6}" type="slidenum">
              <a:rPr lang="en-US"/>
              <a:pPr>
                <a:defRPr/>
              </a:pPr>
              <a:t>‹#›</a:t>
            </a:fld>
            <a:endParaRPr lang="en-US" sz="1400">
              <a:solidFill>
                <a:srgbClr val="6D2E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5775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3604" y="1798639"/>
            <a:ext cx="5056717" cy="4318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3522" y="1798639"/>
            <a:ext cx="5056716" cy="4318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44564EAE-6637-4EC4-8C68-689B1FCD9011}" type="slidenum">
              <a:rPr lang="en-US"/>
              <a:pPr>
                <a:defRPr/>
              </a:pPr>
              <a:t>‹#›</a:t>
            </a:fld>
            <a:endParaRPr lang="en-US" sz="1400">
              <a:solidFill>
                <a:srgbClr val="6D2E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1266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7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04" y="1535117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04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C0C02A37-90C6-49D3-9CE4-7926A30ADE76}" type="slidenum">
              <a:rPr lang="en-US"/>
              <a:pPr>
                <a:defRPr/>
              </a:pPr>
              <a:t>‹#›</a:t>
            </a:fld>
            <a:endParaRPr lang="en-US" sz="1400">
              <a:solidFill>
                <a:srgbClr val="6D2E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793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1FF9A2A7-9E3D-44C9-AA5C-CC50684E6DCB}" type="slidenum">
              <a:rPr lang="en-US"/>
              <a:pPr>
                <a:defRPr/>
              </a:pPr>
              <a:t>‹#›</a:t>
            </a:fld>
            <a:endParaRPr lang="en-US" sz="1400">
              <a:solidFill>
                <a:srgbClr val="6D2E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9382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083F09F2-4EC6-4996-A85C-C1EEBBFA2B5F}" type="slidenum">
              <a:rPr lang="en-US"/>
              <a:pPr>
                <a:defRPr/>
              </a:pPr>
              <a:t>‹#›</a:t>
            </a:fld>
            <a:endParaRPr lang="en-US" sz="1400">
              <a:solidFill>
                <a:srgbClr val="6D2E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444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6" y="27306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4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B6AB1A26-5300-4A38-B5C0-8ACF468E7C59}" type="slidenum">
              <a:rPr lang="en-US"/>
              <a:pPr>
                <a:defRPr/>
              </a:pPr>
              <a:t>‹#›</a:t>
            </a:fld>
            <a:endParaRPr lang="en-US" sz="1400">
              <a:solidFill>
                <a:srgbClr val="6D2E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742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4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85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3B662AF6-AAE4-42C9-8986-FEF3512836A0}" type="slidenum">
              <a:rPr lang="en-US"/>
              <a:pPr>
                <a:defRPr/>
              </a:pPr>
              <a:t>‹#›</a:t>
            </a:fld>
            <a:endParaRPr lang="en-US" sz="1400">
              <a:solidFill>
                <a:srgbClr val="6D2E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70104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B2182DD6-5549-472D-B678-26399E91FF06}" type="slidenum">
              <a:rPr lang="en-US"/>
              <a:pPr>
                <a:defRPr/>
              </a:pPr>
              <a:t>‹#›</a:t>
            </a:fld>
            <a:endParaRPr lang="en-US" sz="1400">
              <a:solidFill>
                <a:srgbClr val="6D2E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2652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02151" y="485777"/>
            <a:ext cx="2578100" cy="56308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3600" y="485777"/>
            <a:ext cx="7535333" cy="56308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DCFA066C-E3F3-4F01-8F4F-8C3D567BF014}" type="slidenum">
              <a:rPr lang="en-US"/>
              <a:pPr>
                <a:defRPr/>
              </a:pPr>
              <a:t>‹#›</a:t>
            </a:fld>
            <a:endParaRPr lang="en-US" sz="1400">
              <a:solidFill>
                <a:srgbClr val="6D2E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83118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360000"/>
          <a:lstStyle>
            <a:lvl1pPr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865DC7C-F426-468E-B030-762A2788DB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260000"/>
            <a:ext cx="12192000" cy="431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40000" tIns="0" rIns="54000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3E988D48-59F3-167F-7C35-FE39A3CF78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10520" y="6400800"/>
            <a:ext cx="781480" cy="457200"/>
          </a:xfrm>
          <a:prstGeom prst="rect">
            <a:avLst/>
          </a:prstGeom>
        </p:spPr>
        <p:txBody>
          <a:bodyPr rIns="360000" bIns="18000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F9A2A7-9E3D-44C9-AA5C-CC50684E6DCB}" type="slidenum">
              <a:rPr kumimoji="0" lang="en-US" sz="686" b="0" i="0" u="none" strike="noStrike" kern="1200" cap="none" spc="0" normalizeH="0" baseline="0" noProof="0" smtClean="0">
                <a:ln>
                  <a:noFill/>
                </a:ln>
                <a:solidFill>
                  <a:srgbClr val="5F2861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67" b="0" i="0" u="none" strike="noStrike" kern="1200" cap="none" spc="0" normalizeH="0" baseline="0" noProof="0">
              <a:ln>
                <a:noFill/>
              </a:ln>
              <a:solidFill>
                <a:srgbClr val="6D2E69"/>
              </a:solidFill>
              <a:effectLst/>
              <a:uLnTx/>
              <a:uFillTx/>
              <a:latin typeface="Calibri" panose="020F0502020204030204" pitchFamily="34" charset="0"/>
              <a:ea typeface="ＭＳ Ｐゴシック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267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F468921-426A-3640-BEEF-EBE5360F04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524" y="413735"/>
            <a:ext cx="3158080" cy="5688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A66D4E3-6C95-AE46-B9CF-75212832F104}"/>
              </a:ext>
            </a:extLst>
          </p:cNvPr>
          <p:cNvSpPr/>
          <p:nvPr userDrawn="1"/>
        </p:nvSpPr>
        <p:spPr bwMode="auto">
          <a:xfrm>
            <a:off x="0" y="1518720"/>
            <a:ext cx="11543253" cy="5339280"/>
          </a:xfrm>
          <a:prstGeom prst="rect">
            <a:avLst/>
          </a:prstGeom>
          <a:solidFill>
            <a:srgbClr val="FBEF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-16" charset="-12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43EB19-7CAA-9B48-A916-E921534402E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18320" y="1518720"/>
            <a:ext cx="524933" cy="393700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C9E5E88-27D7-6849-830C-AE393F08A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95643" y="1518723"/>
            <a:ext cx="5641644" cy="1174819"/>
          </a:xfrm>
          <a:solidFill>
            <a:srgbClr val="660066"/>
          </a:solidFill>
        </p:spPr>
        <p:txBody>
          <a:bodyPr lIns="180000" tIns="180000"/>
          <a:lstStyle>
            <a:lvl1pPr>
              <a:defRPr sz="1600" b="0">
                <a:solidFill>
                  <a:srgbClr val="C29BFF"/>
                </a:solidFill>
              </a:defRPr>
            </a:lvl1pPr>
            <a:lvl2pPr>
              <a:buClr>
                <a:schemeClr val="tx1"/>
              </a:buClr>
              <a:defRPr sz="1600"/>
            </a:lvl2pPr>
            <a:lvl3pPr>
              <a:defRPr sz="1600"/>
            </a:lvl3pPr>
            <a:lvl4pPr marL="1627188" indent="-285750">
              <a:buFont typeface="Courier New" panose="02070309020205020404" pitchFamily="49" charset="0"/>
              <a:buChar char="o"/>
              <a:defRPr sz="1600"/>
            </a:lvl4pPr>
            <a:lvl5pPr marL="2087563" indent="-280988"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US"/>
              <a:t xml:space="preserve">Slide </a:t>
            </a:r>
          </a:p>
          <a:p>
            <a:pPr lvl="0"/>
            <a:r>
              <a:rPr lang="en-US"/>
              <a:t>[Name]</a:t>
            </a:r>
            <a:br>
              <a:rPr lang="en-US"/>
            </a:br>
            <a:r>
              <a:rPr lang="en-US"/>
              <a:t xml:space="preserve">[Job title] </a:t>
            </a:r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C0CDBEF-5AAB-3B40-9D90-5E89AFE0F70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29617" y="5207444"/>
            <a:ext cx="5204321" cy="954115"/>
          </a:xfrm>
          <a:prstGeom prst="rect">
            <a:avLst/>
          </a:prstGeom>
        </p:spPr>
      </p:pic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31CFFC6-A22C-D643-BE1F-D2386E9B1A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7335442" y="4737618"/>
            <a:ext cx="997065" cy="1144196"/>
          </a:xfrm>
          <a:noFill/>
        </p:spPr>
        <p:txBody>
          <a:bodyPr lIns="180000" tIns="180000"/>
          <a:lstStyle>
            <a:lvl1pPr>
              <a:defRPr sz="1600" b="0">
                <a:solidFill>
                  <a:schemeClr val="bg1"/>
                </a:solidFill>
              </a:defRPr>
            </a:lvl1pPr>
            <a:lvl2pPr>
              <a:buClr>
                <a:schemeClr val="tx1"/>
              </a:buClr>
              <a:defRPr sz="1600"/>
            </a:lvl2pPr>
            <a:lvl3pPr>
              <a:defRPr sz="1600"/>
            </a:lvl3pPr>
            <a:lvl4pPr marL="1627188" indent="-285750">
              <a:buFont typeface="Courier New" panose="02070309020205020404" pitchFamily="49" charset="0"/>
              <a:buChar char="o"/>
              <a:defRPr sz="1600"/>
            </a:lvl4pPr>
            <a:lvl5pPr marL="2087563" indent="-280988">
              <a:buFont typeface="Wingdings" pitchFamily="2" charset="2"/>
              <a:buChar char="§"/>
              <a:defRPr sz="1600"/>
            </a:lvl5pPr>
          </a:lstStyle>
          <a:p>
            <a:pPr lvl="0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B218F89-9314-B642-9131-CB490102C61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480885" y="413735"/>
            <a:ext cx="2062369" cy="5578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6E7EB5-3176-FE4E-ACA3-3C73DB105B7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 rot="16200000">
            <a:off x="11083641" y="1452806"/>
            <a:ext cx="394294" cy="52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4289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4DF103-7B4B-6A4F-8D91-6CC0493872BE}"/>
              </a:ext>
            </a:extLst>
          </p:cNvPr>
          <p:cNvSpPr/>
          <p:nvPr userDrawn="1"/>
        </p:nvSpPr>
        <p:spPr bwMode="auto">
          <a:xfrm>
            <a:off x="0" y="0"/>
            <a:ext cx="11635317" cy="1392238"/>
          </a:xfrm>
          <a:prstGeom prst="rect">
            <a:avLst/>
          </a:prstGeom>
          <a:solidFill>
            <a:srgbClr val="C19B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-16" charset="-12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C0742A-22EB-4940-98D3-FE5D39DC63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11176001" y="932923"/>
            <a:ext cx="393700" cy="524933"/>
          </a:xfrm>
          <a:prstGeom prst="rect">
            <a:avLst/>
          </a:prstGeom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A8397D54-868B-47C5-8E2E-5DA2008D3F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304A4-4CDA-4F03-8C76-8F6EC50311CB}" type="slidenum">
              <a:rPr lang="en-US" altLang="en-US"/>
              <a:pPr/>
              <a:t>‹#›</a:t>
            </a:fld>
            <a:endParaRPr lang="en-US" altLang="en-US" sz="1400">
              <a:solidFill>
                <a:srgbClr val="6D2E69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8077B7-D960-3547-97E3-57D6BA72BAC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685" y="6428508"/>
            <a:ext cx="1058108" cy="18906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E0EE354-27E3-B441-B236-000DD65D865C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3245925" y="1798638"/>
            <a:ext cx="7934311" cy="4318000"/>
          </a:xfrm>
        </p:spPr>
        <p:txBody>
          <a:bodyPr/>
          <a:lstStyle>
            <a:lvl1pPr marL="285750" indent="-2857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</a:lstStyle>
          <a:p>
            <a:pPr marL="285750" indent="-2857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/>
              <a:t>Place copy here</a:t>
            </a:r>
          </a:p>
          <a:p>
            <a:pPr marL="285750" indent="-2857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/>
              <a:t>Place copy here</a:t>
            </a:r>
            <a:endParaRPr lang="en-US" sz="1800"/>
          </a:p>
          <a:p>
            <a:pPr>
              <a:lnSpc>
                <a:spcPct val="100000"/>
              </a:lnSpc>
            </a:pPr>
            <a:endParaRPr lang="en-US" sz="1800"/>
          </a:p>
          <a:p>
            <a:pPr>
              <a:lnSpc>
                <a:spcPct val="100000"/>
              </a:lnSpc>
            </a:pPr>
            <a:endParaRPr lang="en-US" sz="18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440C31F-5DBA-0044-B3DE-D0C888D6C8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3602" y="485775"/>
            <a:ext cx="7437967" cy="906463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Agenda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82675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4DF103-7B4B-6A4F-8D91-6CC0493872BE}"/>
              </a:ext>
            </a:extLst>
          </p:cNvPr>
          <p:cNvSpPr/>
          <p:nvPr userDrawn="1"/>
        </p:nvSpPr>
        <p:spPr bwMode="auto">
          <a:xfrm>
            <a:off x="568429" y="646770"/>
            <a:ext cx="11066888" cy="5601630"/>
          </a:xfrm>
          <a:prstGeom prst="rect">
            <a:avLst/>
          </a:prstGeom>
          <a:solidFill>
            <a:srgbClr val="94F9F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-16" charset="-128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8397D54-868B-47C5-8E2E-5DA2008D3F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304A4-4CDA-4F03-8C76-8F6EC50311CB}" type="slidenum">
              <a:rPr lang="en-US" altLang="en-US"/>
              <a:pPr/>
              <a:t>‹#›</a:t>
            </a:fld>
            <a:endParaRPr lang="en-US" altLang="en-US" sz="1400">
              <a:solidFill>
                <a:srgbClr val="6D2E69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28BB7C3-B75E-CF48-A217-C95B758F13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53122" y="1207621"/>
            <a:ext cx="6139364" cy="492736"/>
          </a:xfrm>
        </p:spPr>
        <p:txBody>
          <a:bodyPr/>
          <a:lstStyle>
            <a:lvl1pPr>
              <a:defRPr sz="2800" b="1"/>
            </a:lvl1pPr>
            <a:lvl2pPr>
              <a:buClr>
                <a:schemeClr val="tx1"/>
              </a:buClr>
              <a:defRPr sz="1600"/>
            </a:lvl2pPr>
            <a:lvl3pPr>
              <a:defRPr sz="1600"/>
            </a:lvl3pPr>
            <a:lvl4pPr marL="1627188" indent="-285750">
              <a:buFont typeface="Courier New" panose="02070309020205020404" pitchFamily="49" charset="0"/>
              <a:buChar char="o"/>
              <a:defRPr sz="1600"/>
            </a:lvl4pPr>
            <a:lvl5pPr marL="2087563" indent="-280988"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US"/>
              <a:t>Vision</a:t>
            </a:r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A3D5CA7-31E5-D849-A75C-F9C87CDAB09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053122" y="1776336"/>
            <a:ext cx="5741689" cy="2438826"/>
          </a:xfrm>
        </p:spPr>
        <p:txBody>
          <a:bodyPr/>
          <a:lstStyle>
            <a:lvl1pPr>
              <a:lnSpc>
                <a:spcPct val="100000"/>
              </a:lnSpc>
              <a:defRPr sz="2600"/>
            </a:lvl1pPr>
            <a:lvl2pPr>
              <a:buClr>
                <a:schemeClr val="tx1"/>
              </a:buClr>
              <a:defRPr sz="1600"/>
            </a:lvl2pPr>
            <a:lvl3pPr>
              <a:defRPr sz="1600"/>
            </a:lvl3pPr>
            <a:lvl4pPr marL="1627188" indent="-285750">
              <a:buFont typeface="Courier New" panose="02070309020205020404" pitchFamily="49" charset="0"/>
              <a:buChar char="o"/>
              <a:defRPr sz="1600"/>
            </a:lvl4pPr>
            <a:lvl5pPr marL="2087563" indent="-280988"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US"/>
              <a:t xml:space="preserve">A world-class regulator, </a:t>
            </a:r>
            <a:br>
              <a:rPr lang="en-US"/>
            </a:br>
            <a:r>
              <a:rPr lang="en-US"/>
              <a:t xml:space="preserve">able to drive improvements in how people experience health and care services, </a:t>
            </a:r>
            <a:br>
              <a:rPr lang="en-US"/>
            </a:br>
            <a:r>
              <a:rPr lang="en-US"/>
              <a:t>working together for a safer future.</a:t>
            </a:r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88714B-2798-8547-8158-FD447CFA2A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568431" y="646770"/>
            <a:ext cx="524933" cy="393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BF8851E-36F7-E040-AC89-C89DE0FDF1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684" y="6428512"/>
            <a:ext cx="1242864" cy="18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7270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4DF103-7B4B-6A4F-8D91-6CC0493872BE}"/>
              </a:ext>
            </a:extLst>
          </p:cNvPr>
          <p:cNvSpPr/>
          <p:nvPr userDrawn="1"/>
        </p:nvSpPr>
        <p:spPr bwMode="auto">
          <a:xfrm>
            <a:off x="0" y="0"/>
            <a:ext cx="11635317" cy="1392238"/>
          </a:xfrm>
          <a:prstGeom prst="rect">
            <a:avLst/>
          </a:prstGeom>
          <a:solidFill>
            <a:srgbClr val="94F9F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-16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600" y="485775"/>
            <a:ext cx="10246784" cy="906463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buClr>
                <a:schemeClr val="tx1"/>
              </a:buClr>
              <a:defRPr sz="1600"/>
            </a:lvl2pPr>
            <a:lvl3pPr>
              <a:lnSpc>
                <a:spcPct val="100000"/>
              </a:lnSpc>
              <a:defRPr sz="1600"/>
            </a:lvl3pPr>
            <a:lvl4pPr marL="1627188" indent="-285750">
              <a:lnSpc>
                <a:spcPct val="100000"/>
              </a:lnSpc>
              <a:buFont typeface="Courier New" panose="02070309020205020404" pitchFamily="49" charset="0"/>
              <a:buChar char="o"/>
              <a:defRPr sz="1600"/>
            </a:lvl4pPr>
            <a:lvl5pPr marL="2087563" indent="-280988">
              <a:lnSpc>
                <a:spcPct val="100000"/>
              </a:lnSpc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8397D54-868B-47C5-8E2E-5DA2008D3F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304A4-4CDA-4F03-8C76-8F6EC50311CB}" type="slidenum">
              <a:rPr lang="en-US" altLang="en-US"/>
              <a:pPr/>
              <a:t>‹#›</a:t>
            </a:fld>
            <a:endParaRPr lang="en-US" altLang="en-US" sz="1400">
              <a:solidFill>
                <a:srgbClr val="6D2E69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09922C-F98D-444D-84ED-1DF586FA74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0384" y="997286"/>
            <a:ext cx="524933" cy="3937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B12F273-87BA-AC4D-B9FC-82E0FC4576C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684" y="6428512"/>
            <a:ext cx="1242864" cy="18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0083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cket Green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4DE75C2-CA28-7341-BD45-F845BC21CEB6}"/>
              </a:ext>
            </a:extLst>
          </p:cNvPr>
          <p:cNvSpPr/>
          <p:nvPr userDrawn="1"/>
        </p:nvSpPr>
        <p:spPr bwMode="auto">
          <a:xfrm>
            <a:off x="0" y="1"/>
            <a:ext cx="11635317" cy="5797586"/>
          </a:xfrm>
          <a:prstGeom prst="rect">
            <a:avLst/>
          </a:prstGeom>
          <a:solidFill>
            <a:srgbClr val="62F2B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-16" charset="-128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39340FC-FDCC-E34B-8FBA-5275EB64EF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683" y="6428509"/>
            <a:ext cx="1242864" cy="189060"/>
          </a:xfrm>
          <a:prstGeom prst="rect">
            <a:avLst/>
          </a:prstGeom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A8397D54-868B-47C5-8E2E-5DA2008D3F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304A4-4CDA-4F03-8C76-8F6EC50311CB}" type="slidenum">
              <a:rPr lang="en-US" altLang="en-US"/>
              <a:pPr/>
              <a:t>‹#›</a:t>
            </a:fld>
            <a:endParaRPr lang="en-US" altLang="en-US" sz="1400">
              <a:solidFill>
                <a:srgbClr val="6D2E69"/>
              </a:solidFill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04D12A84-674B-BE47-9643-0045C37181BF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491796" y="1539042"/>
            <a:ext cx="5946273" cy="1844842"/>
          </a:xfrm>
          <a:noFill/>
        </p:spPr>
        <p:txBody>
          <a:bodyPr anchor="t"/>
          <a:lstStyle>
            <a:lvl1pPr algn="l">
              <a:lnSpc>
                <a:spcPct val="100000"/>
              </a:lnSpc>
              <a:defRPr sz="2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 xml:space="preserve">Putting in place the systems and processes we need </a:t>
            </a:r>
            <a:br>
              <a:rPr lang="en-US"/>
            </a:br>
            <a:r>
              <a:rPr lang="en-US"/>
              <a:t xml:space="preserve">to make our transformation </a:t>
            </a:r>
            <a:br>
              <a:rPr lang="en-US"/>
            </a:br>
            <a:r>
              <a:rPr lang="en-US"/>
              <a:t>a reality</a:t>
            </a:r>
            <a:br>
              <a:rPr lang="en-US"/>
            </a:br>
            <a:br>
              <a:rPr lang="en-US"/>
            </a:br>
            <a:br>
              <a:rPr lang="en-US"/>
            </a:br>
            <a:endParaRPr lang="en-US" altLang="en-US" noProof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04E1C7-AF83-FC47-B08D-0A5A1E8C640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1124" y="646363"/>
            <a:ext cx="3009677" cy="2257258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A2164C1A-C0E3-1141-A4F8-3B2A4850D131}"/>
              </a:ext>
            </a:extLst>
          </p:cNvPr>
          <p:cNvSpPr txBox="1">
            <a:spLocks/>
          </p:cNvSpPr>
          <p:nvPr userDrawn="1"/>
        </p:nvSpPr>
        <p:spPr bwMode="auto">
          <a:xfrm>
            <a:off x="4491796" y="646198"/>
            <a:ext cx="5946273" cy="111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5pPr>
            <a:lvl6pPr marL="4572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6pPr>
            <a:lvl7pPr marL="9144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7pPr>
            <a:lvl8pPr marL="13716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8pPr>
            <a:lvl9pPr marL="18288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defTabSz="914400"/>
            <a:r>
              <a:rPr lang="en-US" sz="3200" b="1" kern="0"/>
              <a:t>Building foundations</a:t>
            </a:r>
            <a:endParaRPr lang="en-GB" sz="3200" b="1" kern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677ADE4-CE33-2E46-B159-BFCF7CEDA22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91796" y="3834697"/>
            <a:ext cx="5946273" cy="1484262"/>
          </a:xfrm>
        </p:spPr>
        <p:txBody>
          <a:bodyPr/>
          <a:lstStyle>
            <a:lvl1pPr marL="285750" indent="-2857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000"/>
            </a:lvl1pPr>
            <a:lvl2pPr>
              <a:lnSpc>
                <a:spcPct val="100000"/>
              </a:lnSpc>
              <a:buClr>
                <a:schemeClr val="tx1"/>
              </a:buClr>
              <a:defRPr sz="1600"/>
            </a:lvl2pPr>
            <a:lvl3pPr>
              <a:lnSpc>
                <a:spcPct val="100000"/>
              </a:lnSpc>
              <a:defRPr sz="1600"/>
            </a:lvl3pPr>
            <a:lvl4pPr marL="1627188" indent="-285750">
              <a:lnSpc>
                <a:spcPct val="100000"/>
              </a:lnSpc>
              <a:buFont typeface="Courier New" panose="02070309020205020404" pitchFamily="49" charset="0"/>
              <a:buChar char="o"/>
              <a:defRPr sz="1600"/>
            </a:lvl4pPr>
            <a:lvl5pPr marL="2087563" indent="-280988">
              <a:lnSpc>
                <a:spcPct val="100000"/>
              </a:lnSpc>
              <a:buFont typeface="Wingdings" pitchFamily="2" charset="2"/>
              <a:buChar char="§"/>
              <a:defRPr sz="1600"/>
            </a:lvl5pPr>
          </a:lstStyle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/>
              <a:t>Digital foundations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/>
              <a:t>Intelligence-driven enablers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/>
              <a:t>Regulatory platform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A811E48-291A-3D49-9580-1E700652554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10800000">
            <a:off x="11110386" y="5403888"/>
            <a:ext cx="524935" cy="39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3269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cket Green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7902A01-8301-5F4B-88F7-E7D185AC5CF5}"/>
              </a:ext>
            </a:extLst>
          </p:cNvPr>
          <p:cNvSpPr/>
          <p:nvPr userDrawn="1"/>
        </p:nvSpPr>
        <p:spPr bwMode="auto">
          <a:xfrm>
            <a:off x="0" y="0"/>
            <a:ext cx="11635317" cy="1392238"/>
          </a:xfrm>
          <a:prstGeom prst="rect">
            <a:avLst/>
          </a:prstGeom>
          <a:solidFill>
            <a:srgbClr val="62F2B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-16" charset="-128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39340FC-FDCC-E34B-8FBA-5275EB64EF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683" y="6428509"/>
            <a:ext cx="1242864" cy="1890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600" y="485775"/>
            <a:ext cx="10246784" cy="9064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8397D54-868B-47C5-8E2E-5DA2008D3F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304A4-4CDA-4F03-8C76-8F6EC50311CB}" type="slidenum">
              <a:rPr lang="en-US" altLang="en-US"/>
              <a:pPr/>
              <a:t>‹#›</a:t>
            </a:fld>
            <a:endParaRPr lang="en-US" altLang="en-US" sz="1400">
              <a:solidFill>
                <a:srgbClr val="6D2E69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E27C473-9751-CE46-BB86-783CA2C4D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7728" y="1798638"/>
            <a:ext cx="6972507" cy="4318000"/>
          </a:xfrm>
        </p:spPr>
        <p:txBody>
          <a:bodyPr/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buClr>
                <a:schemeClr val="tx1"/>
              </a:buClr>
              <a:defRPr sz="1600"/>
            </a:lvl2pPr>
            <a:lvl3pPr>
              <a:lnSpc>
                <a:spcPct val="100000"/>
              </a:lnSpc>
              <a:defRPr sz="1600"/>
            </a:lvl3pPr>
            <a:lvl4pPr marL="1627188" indent="-285750">
              <a:lnSpc>
                <a:spcPct val="100000"/>
              </a:lnSpc>
              <a:buFont typeface="Courier New" panose="02070309020205020404" pitchFamily="49" charset="0"/>
              <a:buChar char="o"/>
              <a:defRPr sz="1600"/>
            </a:lvl4pPr>
            <a:lvl5pPr marL="2087563" indent="-280988">
              <a:lnSpc>
                <a:spcPct val="100000"/>
              </a:lnSpc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CB6211D-A5C0-3D4B-AA57-DFBD53D34D3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11110386" y="998540"/>
            <a:ext cx="524935" cy="3937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842EECD-2C34-0949-9FBE-A7BA64BE98C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01" y="1791776"/>
            <a:ext cx="2764263" cy="218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7474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gramm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7902A01-8301-5F4B-88F7-E7D185AC5CF5}"/>
              </a:ext>
            </a:extLst>
          </p:cNvPr>
          <p:cNvSpPr/>
          <p:nvPr userDrawn="1"/>
        </p:nvSpPr>
        <p:spPr bwMode="auto">
          <a:xfrm>
            <a:off x="0" y="0"/>
            <a:ext cx="11635317" cy="1392238"/>
          </a:xfrm>
          <a:prstGeom prst="rect">
            <a:avLst/>
          </a:prstGeom>
          <a:solidFill>
            <a:srgbClr val="62F2B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-16" charset="-128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39340FC-FDCC-E34B-8FBA-5275EB64EF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683" y="6428509"/>
            <a:ext cx="1242864" cy="1890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600" y="485775"/>
            <a:ext cx="10246784" cy="9064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8397D54-868B-47C5-8E2E-5DA2008D3F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304A4-4CDA-4F03-8C76-8F6EC50311CB}" type="slidenum">
              <a:rPr lang="en-US" altLang="en-US"/>
              <a:pPr/>
              <a:t>‹#›</a:t>
            </a:fld>
            <a:endParaRPr lang="en-US" altLang="en-US" sz="1400">
              <a:solidFill>
                <a:srgbClr val="6D2E69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E27C473-9751-CE46-BB86-783CA2C4D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7728" y="1798638"/>
            <a:ext cx="6972507" cy="4318000"/>
          </a:xfrm>
        </p:spPr>
        <p:txBody>
          <a:bodyPr/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buClr>
                <a:schemeClr val="tx1"/>
              </a:buClr>
              <a:defRPr sz="1600"/>
            </a:lvl2pPr>
            <a:lvl3pPr>
              <a:lnSpc>
                <a:spcPct val="100000"/>
              </a:lnSpc>
              <a:defRPr sz="1600"/>
            </a:lvl3pPr>
            <a:lvl4pPr marL="1627188" indent="-285750">
              <a:lnSpc>
                <a:spcPct val="100000"/>
              </a:lnSpc>
              <a:buFont typeface="Courier New" panose="02070309020205020404" pitchFamily="49" charset="0"/>
              <a:buChar char="o"/>
              <a:defRPr sz="1600"/>
            </a:lvl4pPr>
            <a:lvl5pPr marL="2087563" indent="-280988">
              <a:lnSpc>
                <a:spcPct val="100000"/>
              </a:lnSpc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1141E9-A698-C543-A872-DE733093AE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11110386" y="998540"/>
            <a:ext cx="524935" cy="39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1053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cket Pink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4DE75C2-CA28-7341-BD45-F845BC21CEB6}"/>
              </a:ext>
            </a:extLst>
          </p:cNvPr>
          <p:cNvSpPr/>
          <p:nvPr userDrawn="1"/>
        </p:nvSpPr>
        <p:spPr bwMode="auto">
          <a:xfrm>
            <a:off x="0" y="1"/>
            <a:ext cx="11635317" cy="5797586"/>
          </a:xfrm>
          <a:prstGeom prst="rect">
            <a:avLst/>
          </a:prstGeom>
          <a:solidFill>
            <a:srgbClr val="FABCB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-16" charset="-128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8397D54-868B-47C5-8E2E-5DA2008D3F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304A4-4CDA-4F03-8C76-8F6EC50311CB}" type="slidenum">
              <a:rPr lang="en-US" altLang="en-US"/>
              <a:pPr/>
              <a:t>‹#›</a:t>
            </a:fld>
            <a:endParaRPr lang="en-US" altLang="en-US" sz="1400">
              <a:solidFill>
                <a:srgbClr val="6D2E69"/>
              </a:solidFill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04D12A84-674B-BE47-9643-0045C37181BF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491796" y="1539042"/>
            <a:ext cx="5946273" cy="1844842"/>
          </a:xfrm>
          <a:noFill/>
        </p:spPr>
        <p:txBody>
          <a:bodyPr anchor="t"/>
          <a:lstStyle>
            <a:lvl1pPr algn="l">
              <a:lnSpc>
                <a:spcPct val="100000"/>
              </a:lnSpc>
              <a:defRPr sz="2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 xml:space="preserve">Adapting how we do things </a:t>
            </a:r>
            <a:br>
              <a:rPr lang="en-US"/>
            </a:br>
            <a:r>
              <a:rPr lang="en-US"/>
              <a:t>so we can remain relevant and protect people in a rapidly changing world.</a:t>
            </a:r>
            <a:endParaRPr lang="en-US" altLang="en-US" noProof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A2164C1A-C0E3-1141-A4F8-3B2A4850D131}"/>
              </a:ext>
            </a:extLst>
          </p:cNvPr>
          <p:cNvSpPr txBox="1">
            <a:spLocks/>
          </p:cNvSpPr>
          <p:nvPr userDrawn="1"/>
        </p:nvSpPr>
        <p:spPr bwMode="auto">
          <a:xfrm>
            <a:off x="4491796" y="646196"/>
            <a:ext cx="5946273" cy="650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5pPr>
            <a:lvl6pPr marL="4572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6pPr>
            <a:lvl7pPr marL="9144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7pPr>
            <a:lvl8pPr marL="13716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8pPr>
            <a:lvl9pPr marL="18288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defTabSz="914400"/>
            <a:r>
              <a:rPr lang="en-US" sz="3200" b="1"/>
              <a:t>Adapting and evolving</a:t>
            </a:r>
            <a:endParaRPr lang="en-GB" sz="3200" b="1" kern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677ADE4-CE33-2E46-B159-BFCF7CEDA22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91796" y="3834697"/>
            <a:ext cx="5946273" cy="1484262"/>
          </a:xfrm>
        </p:spPr>
        <p:txBody>
          <a:bodyPr/>
          <a:lstStyle>
            <a:lvl1pPr marL="285750" indent="-2857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000"/>
            </a:lvl1pPr>
            <a:lvl2pPr>
              <a:lnSpc>
                <a:spcPct val="100000"/>
              </a:lnSpc>
              <a:buClr>
                <a:schemeClr val="tx1"/>
              </a:buClr>
              <a:defRPr sz="1600"/>
            </a:lvl2pPr>
            <a:lvl3pPr>
              <a:lnSpc>
                <a:spcPct val="100000"/>
              </a:lnSpc>
              <a:defRPr sz="1600"/>
            </a:lvl3pPr>
            <a:lvl4pPr marL="1627188" indent="-285750">
              <a:lnSpc>
                <a:spcPct val="100000"/>
              </a:lnSpc>
              <a:buFont typeface="Courier New" panose="02070309020205020404" pitchFamily="49" charset="0"/>
              <a:buChar char="o"/>
              <a:defRPr sz="1600"/>
            </a:lvl4pPr>
            <a:lvl5pPr marL="2087563" indent="-280988">
              <a:lnSpc>
                <a:spcPct val="100000"/>
              </a:lnSpc>
              <a:buFont typeface="Wingdings" pitchFamily="2" charset="2"/>
              <a:buChar char="§"/>
              <a:defRPr sz="1600"/>
            </a:lvl5pPr>
          </a:lstStyle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/>
              <a:t>Registration transformation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/>
              <a:t>Improving regulation today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/>
              <a:t>Quality improvement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b="1"/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b="1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05006DE-2BE5-B043-8338-1ED2FF704E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684" y="6428511"/>
            <a:ext cx="1242864" cy="1890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BC7E7DD-1E0B-6948-B9AD-CE1EFE010D7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1124" y="658063"/>
            <a:ext cx="3009677" cy="22572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BC9971-07DD-674C-ADD5-EA1ED7BA373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10800000">
            <a:off x="11110384" y="5403885"/>
            <a:ext cx="524933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285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cket Pink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4DF103-7B4B-6A4F-8D91-6CC0493872BE}"/>
              </a:ext>
            </a:extLst>
          </p:cNvPr>
          <p:cNvSpPr/>
          <p:nvPr userDrawn="1"/>
        </p:nvSpPr>
        <p:spPr bwMode="auto">
          <a:xfrm>
            <a:off x="0" y="0"/>
            <a:ext cx="11635317" cy="1392238"/>
          </a:xfrm>
          <a:prstGeom prst="rect">
            <a:avLst/>
          </a:prstGeom>
          <a:solidFill>
            <a:srgbClr val="FABCB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-16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600" y="485775"/>
            <a:ext cx="10246784" cy="9064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7728" y="1798638"/>
            <a:ext cx="6972507" cy="4318000"/>
          </a:xfrm>
        </p:spPr>
        <p:txBody>
          <a:bodyPr/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buClr>
                <a:schemeClr val="tx1"/>
              </a:buClr>
              <a:defRPr sz="1600"/>
            </a:lvl2pPr>
            <a:lvl3pPr>
              <a:lnSpc>
                <a:spcPct val="100000"/>
              </a:lnSpc>
              <a:defRPr sz="1600"/>
            </a:lvl3pPr>
            <a:lvl4pPr marL="1627188" indent="-285750">
              <a:lnSpc>
                <a:spcPct val="100000"/>
              </a:lnSpc>
              <a:buFont typeface="Courier New" panose="02070309020205020404" pitchFamily="49" charset="0"/>
              <a:buChar char="o"/>
              <a:defRPr sz="1600"/>
            </a:lvl4pPr>
            <a:lvl5pPr marL="2087563" indent="-280988">
              <a:lnSpc>
                <a:spcPct val="100000"/>
              </a:lnSpc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8397D54-868B-47C5-8E2E-5DA2008D3F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304A4-4CDA-4F03-8C76-8F6EC50311CB}" type="slidenum">
              <a:rPr lang="en-US" altLang="en-US"/>
              <a:pPr/>
              <a:t>‹#›</a:t>
            </a:fld>
            <a:endParaRPr lang="en-US" altLang="en-US" sz="1400">
              <a:solidFill>
                <a:srgbClr val="6D2E69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FDCCAB2-BC44-0F47-8907-97A35BFAD5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684" y="6428511"/>
            <a:ext cx="1242864" cy="1890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3F74D29-A2DB-9241-B7A2-A40828B134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11110384" y="998538"/>
            <a:ext cx="524933" cy="3937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EEF3464-C6EE-2C4F-8224-E4FC62031A3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00" y="1798638"/>
            <a:ext cx="2755432" cy="217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8427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rogramme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4DF103-7B4B-6A4F-8D91-6CC0493872BE}"/>
              </a:ext>
            </a:extLst>
          </p:cNvPr>
          <p:cNvSpPr/>
          <p:nvPr userDrawn="1"/>
        </p:nvSpPr>
        <p:spPr bwMode="auto">
          <a:xfrm>
            <a:off x="0" y="0"/>
            <a:ext cx="11635317" cy="1392238"/>
          </a:xfrm>
          <a:prstGeom prst="rect">
            <a:avLst/>
          </a:prstGeom>
          <a:solidFill>
            <a:srgbClr val="FABCB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-16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600" y="485775"/>
            <a:ext cx="10246784" cy="9064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7728" y="1798638"/>
            <a:ext cx="6972507" cy="4318000"/>
          </a:xfrm>
        </p:spPr>
        <p:txBody>
          <a:bodyPr/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buClr>
                <a:schemeClr val="tx1"/>
              </a:buClr>
              <a:defRPr sz="1600"/>
            </a:lvl2pPr>
            <a:lvl3pPr>
              <a:lnSpc>
                <a:spcPct val="100000"/>
              </a:lnSpc>
              <a:defRPr sz="1600"/>
            </a:lvl3pPr>
            <a:lvl4pPr marL="1627188" indent="-285750">
              <a:lnSpc>
                <a:spcPct val="100000"/>
              </a:lnSpc>
              <a:buFont typeface="Courier New" panose="02070309020205020404" pitchFamily="49" charset="0"/>
              <a:buChar char="o"/>
              <a:defRPr sz="1600"/>
            </a:lvl4pPr>
            <a:lvl5pPr marL="2087563" indent="-280988">
              <a:lnSpc>
                <a:spcPct val="100000"/>
              </a:lnSpc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8397D54-868B-47C5-8E2E-5DA2008D3F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304A4-4CDA-4F03-8C76-8F6EC50311CB}" type="slidenum">
              <a:rPr lang="en-US" altLang="en-US"/>
              <a:pPr/>
              <a:t>‹#›</a:t>
            </a:fld>
            <a:endParaRPr lang="en-US" altLang="en-US" sz="1400">
              <a:solidFill>
                <a:srgbClr val="6D2E69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FDCCAB2-BC44-0F47-8907-97A35BFAD5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684" y="6428511"/>
            <a:ext cx="1242864" cy="1890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8962C0-D0DE-6F46-A32B-640D9C4E6FB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11110384" y="998538"/>
            <a:ext cx="524933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0073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cket Yellow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4DE75C2-CA28-7341-BD45-F845BC21CEB6}"/>
              </a:ext>
            </a:extLst>
          </p:cNvPr>
          <p:cNvSpPr/>
          <p:nvPr userDrawn="1"/>
        </p:nvSpPr>
        <p:spPr bwMode="auto">
          <a:xfrm>
            <a:off x="0" y="1"/>
            <a:ext cx="11635317" cy="5797586"/>
          </a:xfrm>
          <a:prstGeom prst="rect">
            <a:avLst/>
          </a:prstGeom>
          <a:solidFill>
            <a:srgbClr val="FBEF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-16" charset="-128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8397D54-868B-47C5-8E2E-5DA2008D3F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304A4-4CDA-4F03-8C76-8F6EC50311CB}" type="slidenum">
              <a:rPr lang="en-US" altLang="en-US"/>
              <a:pPr/>
              <a:t>‹#›</a:t>
            </a:fld>
            <a:endParaRPr lang="en-US" altLang="en-US" sz="1400">
              <a:solidFill>
                <a:srgbClr val="6D2E69"/>
              </a:solidFill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04D12A84-674B-BE47-9643-0045C37181BF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491796" y="1539042"/>
            <a:ext cx="5946273" cy="1844842"/>
          </a:xfrm>
          <a:noFill/>
        </p:spPr>
        <p:txBody>
          <a:bodyPr anchor="t"/>
          <a:lstStyle>
            <a:lvl1pPr algn="l">
              <a:lnSpc>
                <a:spcPct val="100000"/>
              </a:lnSpc>
              <a:defRPr sz="2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 xml:space="preserve">Transforming how we regulate and </a:t>
            </a:r>
            <a:r>
              <a:rPr lang="en-US" err="1"/>
              <a:t>organise</a:t>
            </a:r>
            <a:r>
              <a:rPr lang="en-US"/>
              <a:t xml:space="preserve"> our work to achieve our vision and deliver our strategy.</a:t>
            </a:r>
            <a:endParaRPr lang="en-US" altLang="en-US" noProof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677ADE4-CE33-2E46-B159-BFCF7CEDA22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91796" y="3834697"/>
            <a:ext cx="5946273" cy="1484262"/>
          </a:xfrm>
        </p:spPr>
        <p:txBody>
          <a:bodyPr/>
          <a:lstStyle>
            <a:lvl1pPr marL="285750" indent="-2857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000"/>
            </a:lvl1pPr>
            <a:lvl2pPr>
              <a:lnSpc>
                <a:spcPct val="100000"/>
              </a:lnSpc>
              <a:buClr>
                <a:schemeClr val="tx1"/>
              </a:buClr>
              <a:defRPr sz="1600"/>
            </a:lvl2pPr>
            <a:lvl3pPr>
              <a:lnSpc>
                <a:spcPct val="100000"/>
              </a:lnSpc>
              <a:defRPr sz="1600"/>
            </a:lvl3pPr>
            <a:lvl4pPr marL="1627188" indent="-285750">
              <a:lnSpc>
                <a:spcPct val="100000"/>
              </a:lnSpc>
              <a:buFont typeface="Courier New" panose="02070309020205020404" pitchFamily="49" charset="0"/>
              <a:buChar char="o"/>
              <a:defRPr sz="1600"/>
            </a:lvl4pPr>
            <a:lvl5pPr marL="2087563" indent="-280988">
              <a:lnSpc>
                <a:spcPct val="100000"/>
              </a:lnSpc>
              <a:buFont typeface="Wingdings" pitchFamily="2" charset="2"/>
              <a:buChar char="§"/>
              <a:defRPr sz="1600"/>
            </a:lvl5pPr>
          </a:lstStyle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/>
              <a:t>Transforming our organization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/>
              <a:t>Future strategy development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/>
              <a:t>Our people plan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b="1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A6E7EB5-3176-FE4E-ACA3-3C73DB105B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0384" y="5403887"/>
            <a:ext cx="524933" cy="3937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EF3E8B5-41F5-8C4F-ABF0-6D8EE2545CA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1125" y="658063"/>
            <a:ext cx="2681348" cy="225725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F468921-426A-3640-BEEF-EBE5360F04B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685" y="6428510"/>
            <a:ext cx="1049695" cy="18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363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cket Yellow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A8397D54-868B-47C5-8E2E-5DA2008D3F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304A4-4CDA-4F03-8C76-8F6EC50311CB}" type="slidenum">
              <a:rPr lang="en-US" altLang="en-US"/>
              <a:pPr/>
              <a:t>‹#›</a:t>
            </a:fld>
            <a:endParaRPr lang="en-US" altLang="en-US" sz="1400">
              <a:solidFill>
                <a:srgbClr val="6D2E69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A895B4-343E-5145-B871-0CA2E991C07A}"/>
              </a:ext>
            </a:extLst>
          </p:cNvPr>
          <p:cNvSpPr/>
          <p:nvPr userDrawn="1"/>
        </p:nvSpPr>
        <p:spPr bwMode="auto">
          <a:xfrm>
            <a:off x="0" y="0"/>
            <a:ext cx="11635317" cy="1392238"/>
          </a:xfrm>
          <a:prstGeom prst="rect">
            <a:avLst/>
          </a:prstGeom>
          <a:solidFill>
            <a:srgbClr val="FBEF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-16" charset="-128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2E74139-2C64-A545-AED3-A1B8258B7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600" y="485775"/>
            <a:ext cx="10246784" cy="9064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9B265B5-7711-8E46-8B0B-C2B214253A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0384" y="998538"/>
            <a:ext cx="524933" cy="393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B2E666-A5FC-D548-83F8-F79E45EAE1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3601" y="1795128"/>
            <a:ext cx="2589175" cy="2179176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B4B0E57-C327-1742-BF67-334E77A28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7728" y="1798638"/>
            <a:ext cx="6972507" cy="4318000"/>
          </a:xfrm>
        </p:spPr>
        <p:txBody>
          <a:bodyPr/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buClr>
                <a:schemeClr val="tx1"/>
              </a:buClr>
              <a:defRPr sz="1600"/>
            </a:lvl2pPr>
            <a:lvl3pPr>
              <a:lnSpc>
                <a:spcPct val="100000"/>
              </a:lnSpc>
              <a:defRPr sz="1600"/>
            </a:lvl3pPr>
            <a:lvl4pPr marL="1627188" indent="-285750">
              <a:lnSpc>
                <a:spcPct val="100000"/>
              </a:lnSpc>
              <a:buFont typeface="Courier New" panose="02070309020205020404" pitchFamily="49" charset="0"/>
              <a:buChar char="o"/>
              <a:defRPr sz="1600"/>
            </a:lvl4pPr>
            <a:lvl5pPr marL="2087563" indent="-280988">
              <a:lnSpc>
                <a:spcPct val="100000"/>
              </a:lnSpc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468921-426A-3640-BEEF-EBE5360F04B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685" y="6428510"/>
            <a:ext cx="1049695" cy="18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7357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gramme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A8397D54-868B-47C5-8E2E-5DA2008D3F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304A4-4CDA-4F03-8C76-8F6EC50311CB}" type="slidenum">
              <a:rPr lang="en-US" altLang="en-US"/>
              <a:pPr/>
              <a:t>‹#›</a:t>
            </a:fld>
            <a:endParaRPr lang="en-US" altLang="en-US" sz="1400">
              <a:solidFill>
                <a:srgbClr val="6D2E69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A895B4-343E-5145-B871-0CA2E991C07A}"/>
              </a:ext>
            </a:extLst>
          </p:cNvPr>
          <p:cNvSpPr/>
          <p:nvPr userDrawn="1"/>
        </p:nvSpPr>
        <p:spPr bwMode="auto">
          <a:xfrm>
            <a:off x="0" y="0"/>
            <a:ext cx="11635317" cy="998538"/>
          </a:xfrm>
          <a:prstGeom prst="rect">
            <a:avLst/>
          </a:prstGeom>
          <a:solidFill>
            <a:srgbClr val="5F286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-16" charset="-128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2E74139-2C64-A545-AED3-A1B8258B7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600" y="356570"/>
            <a:ext cx="10246784" cy="906463"/>
          </a:xfrm>
        </p:spPr>
        <p:txBody>
          <a:bodyPr/>
          <a:lstStyle>
            <a:lvl1pPr>
              <a:defRPr sz="18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9B265B5-7711-8E46-8B0B-C2B214253A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20968" y="604838"/>
            <a:ext cx="524933" cy="393700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B4B0E57-C327-1742-BF67-334E77A28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7728" y="1798638"/>
            <a:ext cx="6972507" cy="4318000"/>
          </a:xfrm>
        </p:spPr>
        <p:txBody>
          <a:bodyPr/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buClr>
                <a:schemeClr val="tx1"/>
              </a:buClr>
              <a:defRPr sz="1600"/>
            </a:lvl2pPr>
            <a:lvl3pPr>
              <a:lnSpc>
                <a:spcPct val="100000"/>
              </a:lnSpc>
              <a:defRPr sz="1600"/>
            </a:lvl3pPr>
            <a:lvl4pPr marL="1627188" indent="-285750">
              <a:lnSpc>
                <a:spcPct val="100000"/>
              </a:lnSpc>
              <a:buFont typeface="Courier New" panose="02070309020205020404" pitchFamily="49" charset="0"/>
              <a:buChar char="o"/>
              <a:defRPr sz="1600"/>
            </a:lvl4pPr>
            <a:lvl5pPr marL="2087563" indent="-280988">
              <a:lnSpc>
                <a:spcPct val="100000"/>
              </a:lnSpc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468921-426A-3640-BEEF-EBE5360F04B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685" y="6428510"/>
            <a:ext cx="1049695" cy="18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85371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ogramme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A8397D54-868B-47C5-8E2E-5DA2008D3F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304A4-4CDA-4F03-8C76-8F6EC50311CB}" type="slidenum">
              <a:rPr lang="en-US" altLang="en-US"/>
              <a:pPr/>
              <a:t>‹#›</a:t>
            </a:fld>
            <a:endParaRPr lang="en-US" altLang="en-US" sz="1400">
              <a:solidFill>
                <a:srgbClr val="6D2E69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A895B4-343E-5145-B871-0CA2E991C07A}"/>
              </a:ext>
            </a:extLst>
          </p:cNvPr>
          <p:cNvSpPr/>
          <p:nvPr userDrawn="1"/>
        </p:nvSpPr>
        <p:spPr bwMode="auto">
          <a:xfrm>
            <a:off x="0" y="0"/>
            <a:ext cx="11635317" cy="393700"/>
          </a:xfrm>
          <a:prstGeom prst="rect">
            <a:avLst/>
          </a:prstGeom>
          <a:solidFill>
            <a:srgbClr val="FBEF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-16" charset="-128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2E74139-2C64-A545-AED3-A1B8258B7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600" y="356570"/>
            <a:ext cx="10246784" cy="906463"/>
          </a:xfrm>
        </p:spPr>
        <p:txBody>
          <a:bodyPr/>
          <a:lstStyle>
            <a:lvl1pPr>
              <a:defRPr sz="18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9B265B5-7711-8E46-8B0B-C2B214253A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20968" y="9797"/>
            <a:ext cx="514349" cy="385762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B4B0E57-C327-1742-BF67-334E77A28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7728" y="1798638"/>
            <a:ext cx="6972507" cy="4318000"/>
          </a:xfrm>
        </p:spPr>
        <p:txBody>
          <a:bodyPr/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buClr>
                <a:schemeClr val="tx1"/>
              </a:buClr>
              <a:defRPr sz="1600"/>
            </a:lvl2pPr>
            <a:lvl3pPr>
              <a:lnSpc>
                <a:spcPct val="100000"/>
              </a:lnSpc>
              <a:defRPr sz="1600"/>
            </a:lvl3pPr>
            <a:lvl4pPr marL="1627188" indent="-285750">
              <a:lnSpc>
                <a:spcPct val="100000"/>
              </a:lnSpc>
              <a:buFont typeface="Courier New" panose="02070309020205020404" pitchFamily="49" charset="0"/>
              <a:buChar char="o"/>
              <a:defRPr sz="1600"/>
            </a:lvl4pPr>
            <a:lvl5pPr marL="2087563" indent="-280988">
              <a:lnSpc>
                <a:spcPct val="100000"/>
              </a:lnSpc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468921-426A-3640-BEEF-EBE5360F04B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685" y="6428510"/>
            <a:ext cx="1049695" cy="18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0302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D244934-A730-414F-BC2C-3F311839C5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4119626" y="0"/>
            <a:ext cx="810895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A396745-2908-EF49-89F9-6B575BC576BE}"/>
              </a:ext>
            </a:extLst>
          </p:cNvPr>
          <p:cNvSpPr/>
          <p:nvPr userDrawn="1"/>
        </p:nvSpPr>
        <p:spPr>
          <a:xfrm>
            <a:off x="0" y="0"/>
            <a:ext cx="4553712" cy="6858000"/>
          </a:xfrm>
          <a:prstGeom prst="rect">
            <a:avLst/>
          </a:prstGeom>
          <a:solidFill>
            <a:srgbClr val="CFD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70082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ck slide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8F5B33-396B-F742-88EE-7D3D9E255ABD}"/>
              </a:ext>
            </a:extLst>
          </p:cNvPr>
          <p:cNvSpPr/>
          <p:nvPr userDrawn="1"/>
        </p:nvSpPr>
        <p:spPr>
          <a:xfrm>
            <a:off x="0" y="1"/>
            <a:ext cx="12192000" cy="6205538"/>
          </a:xfrm>
          <a:prstGeom prst="rect">
            <a:avLst/>
          </a:prstGeom>
          <a:solidFill>
            <a:srgbClr val="CFD2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708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8F5B33-396B-F742-88EE-7D3D9E255ABD}"/>
              </a:ext>
            </a:extLst>
          </p:cNvPr>
          <p:cNvSpPr/>
          <p:nvPr userDrawn="1"/>
        </p:nvSpPr>
        <p:spPr>
          <a:xfrm>
            <a:off x="0" y="1"/>
            <a:ext cx="12192000" cy="6205538"/>
          </a:xfrm>
          <a:prstGeom prst="rect">
            <a:avLst/>
          </a:prstGeom>
          <a:solidFill>
            <a:srgbClr val="CFD2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731838" y="549276"/>
            <a:ext cx="5364162" cy="596034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838" y="1392382"/>
            <a:ext cx="536416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985215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838" y="1171450"/>
            <a:ext cx="5364162" cy="45405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31838" y="549275"/>
            <a:ext cx="7174152" cy="382378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38773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165" y="1519992"/>
            <a:ext cx="4318362" cy="37816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5964238" y="0"/>
            <a:ext cx="6227762" cy="619918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GB"/>
            </a:lvl1pPr>
          </a:lstStyle>
          <a:p>
            <a:pPr lvl="0"/>
            <a:endParaRPr lang="en-GB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31838" y="549276"/>
            <a:ext cx="4329689" cy="813698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45413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232525" y="695325"/>
            <a:ext cx="5227638" cy="477043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GB"/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61114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465763" cy="619918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98608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t>‹#›</a:t>
            </a:fld>
            <a:endParaRPr lang="en-GB"/>
          </a:p>
        </p:txBody>
      </p:sp>
      <p:sp>
        <p:nvSpPr>
          <p:cNvPr id="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41886" y="695325"/>
            <a:ext cx="5227638" cy="477043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GB"/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490099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7658100" y="676275"/>
            <a:ext cx="3802063" cy="470376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GB"/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920977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812566" y="0"/>
            <a:ext cx="5379434" cy="619866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GB"/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373833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7860630" cy="619866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GB"/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59582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BE376E-D660-4645-AF77-BE07DF3E877E}"/>
              </a:ext>
            </a:extLst>
          </p:cNvPr>
          <p:cNvSpPr txBox="1"/>
          <p:nvPr userDrawn="1"/>
        </p:nvSpPr>
        <p:spPr>
          <a:xfrm>
            <a:off x="860612" y="-4034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340AB7-5DAF-4C41-BCE8-32CFA6BA53A8}"/>
              </a:ext>
            </a:extLst>
          </p:cNvPr>
          <p:cNvSpPr/>
          <p:nvPr userDrawn="1"/>
        </p:nvSpPr>
        <p:spPr>
          <a:xfrm>
            <a:off x="0" y="1"/>
            <a:ext cx="12192000" cy="6205538"/>
          </a:xfrm>
          <a:prstGeom prst="rect">
            <a:avLst/>
          </a:prstGeom>
          <a:solidFill>
            <a:srgbClr val="CFD2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89192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images and three text box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345769-1922-3841-9FA6-D5EC31A27582}"/>
              </a:ext>
            </a:extLst>
          </p:cNvPr>
          <p:cNvSpPr/>
          <p:nvPr userDrawn="1"/>
        </p:nvSpPr>
        <p:spPr>
          <a:xfrm>
            <a:off x="0" y="1"/>
            <a:ext cx="12192000" cy="6205538"/>
          </a:xfrm>
          <a:prstGeom prst="rect">
            <a:avLst/>
          </a:prstGeom>
          <a:solidFill>
            <a:srgbClr val="CFD2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Picture Placeholder 3"/>
          <p:cNvSpPr>
            <a:spLocks noGrp="1"/>
          </p:cNvSpPr>
          <p:nvPr>
            <p:ph type="pic" sz="quarter" idx="4294967295"/>
          </p:nvPr>
        </p:nvSpPr>
        <p:spPr>
          <a:xfrm>
            <a:off x="738188" y="1552575"/>
            <a:ext cx="3322637" cy="198913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/>
          <a:p>
            <a:endParaRPr lang="en-GB"/>
          </a:p>
        </p:txBody>
      </p:sp>
      <p:sp>
        <p:nvSpPr>
          <p:cNvPr id="42" name="Picture Placeholder 4"/>
          <p:cNvSpPr>
            <a:spLocks noGrp="1"/>
          </p:cNvSpPr>
          <p:nvPr>
            <p:ph type="pic" sz="quarter" idx="4294967295"/>
          </p:nvPr>
        </p:nvSpPr>
        <p:spPr>
          <a:xfrm>
            <a:off x="4449322" y="1552575"/>
            <a:ext cx="3300378" cy="198913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/>
          <a:p>
            <a:endParaRPr lang="en-GB"/>
          </a:p>
        </p:txBody>
      </p:sp>
      <p:sp>
        <p:nvSpPr>
          <p:cNvPr id="43" name="Picture Placeholder 5"/>
          <p:cNvSpPr>
            <a:spLocks noGrp="1"/>
          </p:cNvSpPr>
          <p:nvPr>
            <p:ph type="pic" sz="quarter" idx="4294967295"/>
          </p:nvPr>
        </p:nvSpPr>
        <p:spPr>
          <a:xfrm>
            <a:off x="8144465" y="1552575"/>
            <a:ext cx="3300378" cy="198913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0E588AE-C5D5-7543-BE95-683DEF9B2A52}"/>
              </a:ext>
            </a:extLst>
          </p:cNvPr>
          <p:cNvGrpSpPr/>
          <p:nvPr userDrawn="1"/>
        </p:nvGrpSpPr>
        <p:grpSpPr>
          <a:xfrm rot="16200000">
            <a:off x="5210876" y="2773184"/>
            <a:ext cx="1777270" cy="3315693"/>
            <a:chOff x="1898617" y="2097848"/>
            <a:chExt cx="1777270" cy="290546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EA67713-7568-CF49-9F9D-835FFD2248CC}"/>
                </a:ext>
              </a:extLst>
            </p:cNvPr>
            <p:cNvSpPr/>
            <p:nvPr/>
          </p:nvSpPr>
          <p:spPr>
            <a:xfrm rot="5400000">
              <a:off x="534730" y="3461740"/>
              <a:ext cx="2899300" cy="171526"/>
            </a:xfrm>
            <a:prstGeom prst="rect">
              <a:avLst/>
            </a:prstGeom>
            <a:solidFill>
              <a:srgbClr val="FF5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D879CCE-1262-0C4D-B718-C9BD728D012D}"/>
                </a:ext>
              </a:extLst>
            </p:cNvPr>
            <p:cNvSpPr/>
            <p:nvPr/>
          </p:nvSpPr>
          <p:spPr>
            <a:xfrm>
              <a:off x="2070144" y="2097848"/>
              <a:ext cx="1605743" cy="29054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0E588AE-C5D5-7543-BE95-683DEF9B2A52}"/>
              </a:ext>
            </a:extLst>
          </p:cNvPr>
          <p:cNvGrpSpPr/>
          <p:nvPr userDrawn="1"/>
        </p:nvGrpSpPr>
        <p:grpSpPr>
          <a:xfrm rot="16200000">
            <a:off x="8913682" y="2773185"/>
            <a:ext cx="1777270" cy="3315693"/>
            <a:chOff x="1898617" y="2097848"/>
            <a:chExt cx="1777270" cy="290546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EA67713-7568-CF49-9F9D-835FFD2248CC}"/>
                </a:ext>
              </a:extLst>
            </p:cNvPr>
            <p:cNvSpPr/>
            <p:nvPr/>
          </p:nvSpPr>
          <p:spPr>
            <a:xfrm rot="5400000">
              <a:off x="534730" y="3461740"/>
              <a:ext cx="2899300" cy="171526"/>
            </a:xfrm>
            <a:prstGeom prst="rect">
              <a:avLst/>
            </a:prstGeom>
            <a:solidFill>
              <a:srgbClr val="FF5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D879CCE-1262-0C4D-B718-C9BD728D012D}"/>
                </a:ext>
              </a:extLst>
            </p:cNvPr>
            <p:cNvSpPr/>
            <p:nvPr/>
          </p:nvSpPr>
          <p:spPr>
            <a:xfrm>
              <a:off x="2070144" y="2097848"/>
              <a:ext cx="1605743" cy="29054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0E588AE-C5D5-7543-BE95-683DEF9B2A52}"/>
              </a:ext>
            </a:extLst>
          </p:cNvPr>
          <p:cNvGrpSpPr/>
          <p:nvPr userDrawn="1"/>
        </p:nvGrpSpPr>
        <p:grpSpPr>
          <a:xfrm rot="16200000">
            <a:off x="1508705" y="2773185"/>
            <a:ext cx="1777270" cy="3315693"/>
            <a:chOff x="1898617" y="2097848"/>
            <a:chExt cx="1777270" cy="290546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EA67713-7568-CF49-9F9D-835FFD2248CC}"/>
                </a:ext>
              </a:extLst>
            </p:cNvPr>
            <p:cNvSpPr/>
            <p:nvPr/>
          </p:nvSpPr>
          <p:spPr>
            <a:xfrm rot="5400000">
              <a:off x="534730" y="3461740"/>
              <a:ext cx="2899300" cy="171526"/>
            </a:xfrm>
            <a:prstGeom prst="rect">
              <a:avLst/>
            </a:prstGeom>
            <a:solidFill>
              <a:srgbClr val="FF5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D879CCE-1262-0C4D-B718-C9BD728D012D}"/>
                </a:ext>
              </a:extLst>
            </p:cNvPr>
            <p:cNvSpPr/>
            <p:nvPr/>
          </p:nvSpPr>
          <p:spPr>
            <a:xfrm>
              <a:off x="2070144" y="2097848"/>
              <a:ext cx="1605743" cy="29054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0359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mph" presetSubtype="0" accel="50000" decel="5000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500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6" presetClass="emph" presetSubtype="0" accel="50000" decel="5000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6" presetClass="emph" presetSubtype="0" accel="50000" decel="5000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odboard - style 1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F85E743-C640-B84C-9807-1748E50632C0}"/>
              </a:ext>
            </a:extLst>
          </p:cNvPr>
          <p:cNvSpPr/>
          <p:nvPr userDrawn="1"/>
        </p:nvSpPr>
        <p:spPr>
          <a:xfrm>
            <a:off x="0" y="0"/>
            <a:ext cx="12192000" cy="6205538"/>
          </a:xfrm>
          <a:prstGeom prst="rect">
            <a:avLst/>
          </a:prstGeom>
          <a:solidFill>
            <a:srgbClr val="E2E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ED007CB2-18E9-334F-8478-3878C0C7C7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2475" y="1477907"/>
            <a:ext cx="2503488" cy="1893887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B24EACF6-8184-B248-9BC9-2B097AC07D5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14713" y="1477906"/>
            <a:ext cx="2505075" cy="1893887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1FF41831-8A49-D04E-8ECB-37D5FDD4555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52475" y="3536894"/>
            <a:ext cx="2503488" cy="189388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0B951411-F02D-B647-AC73-B71663A242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14713" y="3536894"/>
            <a:ext cx="2505075" cy="189388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F3F3D82E-3D7A-BC45-9AEE-067DDA5AA5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43891" y="1477907"/>
            <a:ext cx="5214937" cy="3952875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 dirty="0"/>
            </a:lvl1pPr>
          </a:lstStyle>
          <a:p>
            <a:pPr lvl="0"/>
            <a:endParaRPr lang="en-US"/>
          </a:p>
        </p:txBody>
      </p:sp>
      <p:sp>
        <p:nvSpPr>
          <p:cNvPr id="19" name="Slide Number Placeholder 2"/>
          <p:cNvSpPr>
            <a:spLocks noGrp="1"/>
          </p:cNvSpPr>
          <p:nvPr>
            <p:ph type="sldNum" sz="quarter" idx="15"/>
          </p:nvPr>
        </p:nvSpPr>
        <p:spPr>
          <a:xfrm>
            <a:off x="406880" y="6356350"/>
            <a:ext cx="2743200" cy="365125"/>
          </a:xfrm>
        </p:spPr>
        <p:txBody>
          <a:bodyPr/>
          <a:lstStyle/>
          <a:p>
            <a:fld id="{610B9A8E-A28D-4827-A065-1F5ED08AB42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7696101"/>
      </p:ext>
    </p:extLst>
  </p:cSld>
  <p:clrMapOvr>
    <a:masterClrMapping/>
  </p:clrMapOvr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odboard - style 1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D007CB2-18E9-334F-8478-3878C0C7C7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2475" y="1477907"/>
            <a:ext cx="2503488" cy="1893887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24EACF6-8184-B248-9BC9-2B097AC07D5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14713" y="1477906"/>
            <a:ext cx="2505075" cy="1893887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FF41831-8A49-D04E-8ECB-37D5FDD4555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52475" y="3536894"/>
            <a:ext cx="2503488" cy="189388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B951411-F02D-B647-AC73-B71663A242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14713" y="3536894"/>
            <a:ext cx="2505075" cy="189388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3F3D82E-3D7A-BC45-9AEE-067DDA5AA5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43891" y="1477907"/>
            <a:ext cx="5214937" cy="3952875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 dirty="0"/>
            </a:lvl1pPr>
          </a:lstStyle>
          <a:p>
            <a:pPr lvl="0"/>
            <a:endParaRPr lang="en-US"/>
          </a:p>
        </p:txBody>
      </p:sp>
      <p:sp>
        <p:nvSpPr>
          <p:cNvPr id="14" name="Slide Number Placeholder 2"/>
          <p:cNvSpPr>
            <a:spLocks noGrp="1"/>
          </p:cNvSpPr>
          <p:nvPr>
            <p:ph type="sldNum" sz="quarter" idx="15"/>
          </p:nvPr>
        </p:nvSpPr>
        <p:spPr>
          <a:xfrm>
            <a:off x="406880" y="6356350"/>
            <a:ext cx="2743200" cy="365125"/>
          </a:xfrm>
        </p:spPr>
        <p:txBody>
          <a:bodyPr/>
          <a:lstStyle/>
          <a:p>
            <a:fld id="{610B9A8E-A28D-4827-A065-1F5ED08AB42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247705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odboard - style 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85E743-C640-B84C-9807-1748E50632C0}"/>
              </a:ext>
            </a:extLst>
          </p:cNvPr>
          <p:cNvSpPr/>
          <p:nvPr userDrawn="1"/>
        </p:nvSpPr>
        <p:spPr>
          <a:xfrm>
            <a:off x="0" y="0"/>
            <a:ext cx="12192000" cy="6205538"/>
          </a:xfrm>
          <a:prstGeom prst="rect">
            <a:avLst/>
          </a:prstGeom>
          <a:solidFill>
            <a:srgbClr val="E2E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 userDrawn="1"/>
        </p:nvSpPr>
        <p:spPr>
          <a:xfrm>
            <a:off x="751978" y="1477906"/>
            <a:ext cx="2503985" cy="1894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24" name="Rectangle 23"/>
          <p:cNvSpPr/>
          <p:nvPr userDrawn="1"/>
        </p:nvSpPr>
        <p:spPr>
          <a:xfrm>
            <a:off x="3415257" y="1477906"/>
            <a:ext cx="2503985" cy="1894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25" name="Rectangle 24"/>
          <p:cNvSpPr/>
          <p:nvPr userDrawn="1"/>
        </p:nvSpPr>
        <p:spPr>
          <a:xfrm>
            <a:off x="6077370" y="1477906"/>
            <a:ext cx="2503985" cy="1894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26" name="Rectangle 25"/>
          <p:cNvSpPr/>
          <p:nvPr userDrawn="1"/>
        </p:nvSpPr>
        <p:spPr>
          <a:xfrm>
            <a:off x="8741529" y="1477906"/>
            <a:ext cx="2503985" cy="1894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27" name="Rectangle 26"/>
          <p:cNvSpPr/>
          <p:nvPr userDrawn="1"/>
        </p:nvSpPr>
        <p:spPr>
          <a:xfrm>
            <a:off x="751978" y="3536505"/>
            <a:ext cx="2503985" cy="1894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28" name="Rectangle 27"/>
          <p:cNvSpPr/>
          <p:nvPr userDrawn="1"/>
        </p:nvSpPr>
        <p:spPr>
          <a:xfrm>
            <a:off x="3415257" y="3536505"/>
            <a:ext cx="2503985" cy="1894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29" name="Rectangle 28"/>
          <p:cNvSpPr/>
          <p:nvPr userDrawn="1"/>
        </p:nvSpPr>
        <p:spPr>
          <a:xfrm>
            <a:off x="6077370" y="3536505"/>
            <a:ext cx="2503985" cy="1894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30" name="Rectangle 29"/>
          <p:cNvSpPr/>
          <p:nvPr userDrawn="1"/>
        </p:nvSpPr>
        <p:spPr>
          <a:xfrm>
            <a:off x="8741529" y="3536505"/>
            <a:ext cx="2503985" cy="1894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9AEBE29C-EC21-F943-BE40-CE6575A7479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52475" y="1478580"/>
            <a:ext cx="2503488" cy="18938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2" name="Picture Placeholder 5">
            <a:extLst>
              <a:ext uri="{FF2B5EF4-FFF2-40B4-BE49-F238E27FC236}">
                <a16:creationId xmlns:a16="http://schemas.microsoft.com/office/drawing/2014/main" id="{DBEFE66D-1540-B04B-8EA4-E7B0DE389A5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14713" y="1478580"/>
            <a:ext cx="2505075" cy="18938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3" name="Picture Placeholder 7">
            <a:extLst>
              <a:ext uri="{FF2B5EF4-FFF2-40B4-BE49-F238E27FC236}">
                <a16:creationId xmlns:a16="http://schemas.microsoft.com/office/drawing/2014/main" id="{F1665C8F-BFB5-F447-85C1-EBA6E8556B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78538" y="1478580"/>
            <a:ext cx="2503487" cy="18938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4" name="Picture Placeholder 17">
            <a:extLst>
              <a:ext uri="{FF2B5EF4-FFF2-40B4-BE49-F238E27FC236}">
                <a16:creationId xmlns:a16="http://schemas.microsoft.com/office/drawing/2014/main" id="{8D547623-D865-1645-A2B5-DD7855ADFF7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740775" y="1478580"/>
            <a:ext cx="2505075" cy="18938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5" name="Picture Placeholder 19">
            <a:extLst>
              <a:ext uri="{FF2B5EF4-FFF2-40B4-BE49-F238E27FC236}">
                <a16:creationId xmlns:a16="http://schemas.microsoft.com/office/drawing/2014/main" id="{D5B605DB-E7A6-3644-9FC6-040FF0BB83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2475" y="3537176"/>
            <a:ext cx="2503488" cy="18938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6" name="Picture Placeholder 21">
            <a:extLst>
              <a:ext uri="{FF2B5EF4-FFF2-40B4-BE49-F238E27FC236}">
                <a16:creationId xmlns:a16="http://schemas.microsoft.com/office/drawing/2014/main" id="{74FC4D74-AB09-E34F-87E3-7E7178DB737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414713" y="3537176"/>
            <a:ext cx="2505075" cy="18938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7" name="Picture Placeholder 23">
            <a:extLst>
              <a:ext uri="{FF2B5EF4-FFF2-40B4-BE49-F238E27FC236}">
                <a16:creationId xmlns:a16="http://schemas.microsoft.com/office/drawing/2014/main" id="{E59936F9-D55C-5945-8126-CA62C6FA3D2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78538" y="3537176"/>
            <a:ext cx="2503487" cy="18938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8" name="Picture Placeholder 25">
            <a:extLst>
              <a:ext uri="{FF2B5EF4-FFF2-40B4-BE49-F238E27FC236}">
                <a16:creationId xmlns:a16="http://schemas.microsoft.com/office/drawing/2014/main" id="{888165F7-5D06-904C-84C1-1BCA1CF6F0A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740775" y="3537176"/>
            <a:ext cx="2505075" cy="18938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9467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odboard - style 2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751978" y="1477906"/>
            <a:ext cx="2503985" cy="1894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21" name="Rectangle 20"/>
          <p:cNvSpPr/>
          <p:nvPr userDrawn="1"/>
        </p:nvSpPr>
        <p:spPr>
          <a:xfrm>
            <a:off x="3415257" y="1477906"/>
            <a:ext cx="2503985" cy="1894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22" name="Rectangle 21"/>
          <p:cNvSpPr/>
          <p:nvPr userDrawn="1"/>
        </p:nvSpPr>
        <p:spPr>
          <a:xfrm>
            <a:off x="6077370" y="1477906"/>
            <a:ext cx="2503985" cy="1894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23" name="Rectangle 22"/>
          <p:cNvSpPr/>
          <p:nvPr userDrawn="1"/>
        </p:nvSpPr>
        <p:spPr>
          <a:xfrm>
            <a:off x="8741529" y="1477906"/>
            <a:ext cx="2503985" cy="1894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25" name="Rectangle 24"/>
          <p:cNvSpPr/>
          <p:nvPr userDrawn="1"/>
        </p:nvSpPr>
        <p:spPr>
          <a:xfrm>
            <a:off x="751978" y="3536505"/>
            <a:ext cx="2503985" cy="1894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26" name="Rectangle 25"/>
          <p:cNvSpPr/>
          <p:nvPr userDrawn="1"/>
        </p:nvSpPr>
        <p:spPr>
          <a:xfrm>
            <a:off x="3415257" y="3536505"/>
            <a:ext cx="2503985" cy="1894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27" name="Rectangle 26"/>
          <p:cNvSpPr/>
          <p:nvPr userDrawn="1"/>
        </p:nvSpPr>
        <p:spPr>
          <a:xfrm>
            <a:off x="6077370" y="3536505"/>
            <a:ext cx="2503985" cy="1894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28" name="Rectangle 27"/>
          <p:cNvSpPr/>
          <p:nvPr userDrawn="1"/>
        </p:nvSpPr>
        <p:spPr>
          <a:xfrm>
            <a:off x="8741529" y="3536505"/>
            <a:ext cx="2503985" cy="1894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AEBE29C-EC21-F943-BE40-CE6575A7479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52475" y="1478580"/>
            <a:ext cx="2503488" cy="1893887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DBEFE66D-1540-B04B-8EA4-E7B0DE389A5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14713" y="1478580"/>
            <a:ext cx="2505075" cy="1893887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F1665C8F-BFB5-F447-85C1-EBA6E8556B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78538" y="1478580"/>
            <a:ext cx="2503487" cy="1893887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8D547623-D865-1645-A2B5-DD7855ADFF7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740775" y="1478580"/>
            <a:ext cx="2505075" cy="1893887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7" name="Picture Placeholder 19">
            <a:extLst>
              <a:ext uri="{FF2B5EF4-FFF2-40B4-BE49-F238E27FC236}">
                <a16:creationId xmlns:a16="http://schemas.microsoft.com/office/drawing/2014/main" id="{D5B605DB-E7A6-3644-9FC6-040FF0BB83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2475" y="3537176"/>
            <a:ext cx="2503488" cy="189388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8" name="Picture Placeholder 21">
            <a:extLst>
              <a:ext uri="{FF2B5EF4-FFF2-40B4-BE49-F238E27FC236}">
                <a16:creationId xmlns:a16="http://schemas.microsoft.com/office/drawing/2014/main" id="{74FC4D74-AB09-E34F-87E3-7E7178DB737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414713" y="3537176"/>
            <a:ext cx="2505075" cy="189388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9" name="Picture Placeholder 23">
            <a:extLst>
              <a:ext uri="{FF2B5EF4-FFF2-40B4-BE49-F238E27FC236}">
                <a16:creationId xmlns:a16="http://schemas.microsoft.com/office/drawing/2014/main" id="{E59936F9-D55C-5945-8126-CA62C6FA3D2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78538" y="3537176"/>
            <a:ext cx="2503487" cy="189388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20" name="Picture Placeholder 25">
            <a:extLst>
              <a:ext uri="{FF2B5EF4-FFF2-40B4-BE49-F238E27FC236}">
                <a16:creationId xmlns:a16="http://schemas.microsoft.com/office/drawing/2014/main" id="{888165F7-5D06-904C-84C1-1BCA1CF6F0A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740775" y="3537176"/>
            <a:ext cx="2505075" cy="189388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9198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Grey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BE376E-D660-4645-AF77-BE07DF3E877E}"/>
              </a:ext>
            </a:extLst>
          </p:cNvPr>
          <p:cNvSpPr txBox="1"/>
          <p:nvPr userDrawn="1"/>
        </p:nvSpPr>
        <p:spPr>
          <a:xfrm>
            <a:off x="860612" y="-4034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BB8B3D-9990-D648-B91B-15C14C7D7A4D}"/>
              </a:ext>
            </a:extLst>
          </p:cNvPr>
          <p:cNvSpPr/>
          <p:nvPr userDrawn="1"/>
        </p:nvSpPr>
        <p:spPr>
          <a:xfrm>
            <a:off x="0" y="0"/>
            <a:ext cx="4828674" cy="6858000"/>
          </a:xfrm>
          <a:prstGeom prst="rect">
            <a:avLst/>
          </a:prstGeom>
          <a:solidFill>
            <a:srgbClr val="CFD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D75A97C-00F5-9140-A2C1-DFE7F361E3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157" r="4045"/>
          <a:stretch/>
        </p:blipFill>
        <p:spPr>
          <a:xfrm rot="10800000">
            <a:off x="4668000" y="0"/>
            <a:ext cx="7524000" cy="6858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1C0A596-6150-5F4C-B92A-770135B4F7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5579" y="6385125"/>
            <a:ext cx="2105309" cy="27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0521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8B2915-0FA5-3A44-9E2B-F2AED19EA6A4}"/>
              </a:ext>
            </a:extLst>
          </p:cNvPr>
          <p:cNvSpPr/>
          <p:nvPr userDrawn="1"/>
        </p:nvSpPr>
        <p:spPr>
          <a:xfrm>
            <a:off x="0" y="0"/>
            <a:ext cx="4818303" cy="6206836"/>
          </a:xfrm>
          <a:prstGeom prst="rect">
            <a:avLst/>
          </a:prstGeom>
          <a:solidFill>
            <a:srgbClr val="CFD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9196AC-0C9B-2D4A-8050-46C93878E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157" t="9584" r="4045"/>
          <a:stretch/>
        </p:blipFill>
        <p:spPr>
          <a:xfrm rot="10800000">
            <a:off x="4812585" y="0"/>
            <a:ext cx="7531356" cy="6206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89621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with quote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5963478" y="0"/>
            <a:ext cx="6228522" cy="42671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BE376E-D660-4645-AF77-BE07DF3E877E}"/>
              </a:ext>
            </a:extLst>
          </p:cNvPr>
          <p:cNvSpPr txBox="1"/>
          <p:nvPr userDrawn="1"/>
        </p:nvSpPr>
        <p:spPr>
          <a:xfrm>
            <a:off x="860612" y="-4034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2E562E-D80A-D34F-A20D-E562F27B7F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8913" t="60459" b="17100"/>
          <a:stretch/>
        </p:blipFill>
        <p:spPr>
          <a:xfrm>
            <a:off x="5963478" y="4267200"/>
            <a:ext cx="6228522" cy="1933574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0987FD-F1F6-3B4E-A599-5B5EBB66FE0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64238" y="-1"/>
            <a:ext cx="6227762" cy="42672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57969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images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BE376E-D660-4645-AF77-BE07DF3E877E}"/>
              </a:ext>
            </a:extLst>
          </p:cNvPr>
          <p:cNvSpPr txBox="1"/>
          <p:nvPr userDrawn="1"/>
        </p:nvSpPr>
        <p:spPr>
          <a:xfrm>
            <a:off x="860612" y="-4034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2639961" cy="31252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2830109" y="0"/>
            <a:ext cx="2639961" cy="31252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FF7AF9E-4E66-BB47-B5CA-BA3668A4C4F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" y="-808"/>
            <a:ext cx="2639967" cy="3126076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FFF7AF9E-4E66-BB47-B5CA-BA3668A4C4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0109" y="-808"/>
            <a:ext cx="2639961" cy="3126076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3" name="Rectangle 2"/>
          <p:cNvSpPr/>
          <p:nvPr userDrawn="1"/>
        </p:nvSpPr>
        <p:spPr>
          <a:xfrm>
            <a:off x="-6" y="3278038"/>
            <a:ext cx="5470076" cy="29157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5629DF3-5BC3-0E4A-924D-27C98C9A8CA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6" y="3278038"/>
            <a:ext cx="5459413" cy="29157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73030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images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BE376E-D660-4645-AF77-BE07DF3E877E}"/>
              </a:ext>
            </a:extLst>
          </p:cNvPr>
          <p:cNvSpPr txBox="1"/>
          <p:nvPr userDrawn="1"/>
        </p:nvSpPr>
        <p:spPr>
          <a:xfrm>
            <a:off x="860612" y="-4034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-6" y="3125268"/>
            <a:ext cx="5470076" cy="306849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5629DF3-5BC3-0E4A-924D-27C98C9A8CA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657" y="3125268"/>
            <a:ext cx="5459413" cy="306849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-6" y="11749"/>
            <a:ext cx="5470076" cy="31135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FFF7AF9E-4E66-BB47-B5CA-BA3668A4C4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6" y="11749"/>
            <a:ext cx="5470076" cy="311351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24993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arrower quote (centre) image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8743280" y="0"/>
            <a:ext cx="3448720" cy="620659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Picture here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BE376E-D660-4645-AF77-BE07DF3E877E}"/>
              </a:ext>
            </a:extLst>
          </p:cNvPr>
          <p:cNvSpPr txBox="1"/>
          <p:nvPr userDrawn="1"/>
        </p:nvSpPr>
        <p:spPr>
          <a:xfrm>
            <a:off x="860612" y="-4034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F3269C-FA92-594D-83DF-AFB2F425F739}"/>
              </a:ext>
            </a:extLst>
          </p:cNvPr>
          <p:cNvSpPr/>
          <p:nvPr userDrawn="1"/>
        </p:nvSpPr>
        <p:spPr>
          <a:xfrm rot="5400000" flipV="1">
            <a:off x="3960452" y="1423770"/>
            <a:ext cx="6206591" cy="3359065"/>
          </a:xfrm>
          <a:prstGeom prst="rect">
            <a:avLst/>
          </a:prstGeom>
          <a:solidFill>
            <a:srgbClr val="FF5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14B6207-D3E5-5E49-8A9E-336B9F442D26}"/>
              </a:ext>
            </a:extLst>
          </p:cNvPr>
          <p:cNvSpPr txBox="1">
            <a:spLocks/>
          </p:cNvSpPr>
          <p:nvPr userDrawn="1"/>
        </p:nvSpPr>
        <p:spPr>
          <a:xfrm>
            <a:off x="5384215" y="403271"/>
            <a:ext cx="1718084" cy="79339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rgbClr val="5C677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rgbClr val="5C677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rgbClr val="5C677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rgbClr val="5C677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5C677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alpha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  <a:sym typeface="Roboto"/>
              </a:rPr>
              <a:t>“</a:t>
            </a:r>
            <a:endParaRPr kumimoji="0" lang="en-US" sz="8000" b="1" i="0" u="none" strike="noStrike" kern="1200" cap="none" spc="0" normalizeH="0" baseline="0" noProof="0">
              <a:ln>
                <a:noFill/>
              </a:ln>
              <a:solidFill>
                <a:prstClr val="white">
                  <a:alpha val="50000"/>
                </a:prst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B785E78-7122-7F47-A3BC-E908A6C58B7B}"/>
              </a:ext>
            </a:extLst>
          </p:cNvPr>
          <p:cNvSpPr txBox="1">
            <a:spLocks/>
          </p:cNvSpPr>
          <p:nvPr userDrawn="1"/>
        </p:nvSpPr>
        <p:spPr>
          <a:xfrm rot="10800000">
            <a:off x="7025196" y="5179257"/>
            <a:ext cx="1718084" cy="79339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rgbClr val="5C677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rgbClr val="5C677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rgbClr val="5C677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rgbClr val="5C677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5C677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alpha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  <a:sym typeface="Roboto"/>
              </a:rPr>
              <a:t>“</a:t>
            </a:r>
            <a:endParaRPr kumimoji="0" lang="en-US" sz="8000" b="1" i="0" u="none" strike="noStrike" kern="1200" cap="none" spc="0" normalizeH="0" baseline="0" noProof="0">
              <a:ln>
                <a:noFill/>
              </a:ln>
              <a:solidFill>
                <a:prstClr val="white">
                  <a:alpha val="50000"/>
                </a:prst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EFBFA1F-55C2-C34B-8AE6-440B090C15A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743950" y="0"/>
            <a:ext cx="3448050" cy="620659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15005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ip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BE376E-D660-4645-AF77-BE07DF3E877E}"/>
              </a:ext>
            </a:extLst>
          </p:cNvPr>
          <p:cNvSpPr txBox="1"/>
          <p:nvPr userDrawn="1"/>
        </p:nvSpPr>
        <p:spPr>
          <a:xfrm>
            <a:off x="860612" y="-4034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CD6ED5-38C2-8249-99D9-F47F19BACC64}"/>
              </a:ext>
            </a:extLst>
          </p:cNvPr>
          <p:cNvSpPr/>
          <p:nvPr userDrawn="1"/>
        </p:nvSpPr>
        <p:spPr>
          <a:xfrm>
            <a:off x="0" y="1"/>
            <a:ext cx="12192000" cy="6205538"/>
          </a:xfrm>
          <a:prstGeom prst="rect">
            <a:avLst/>
          </a:prstGeom>
          <a:solidFill>
            <a:srgbClr val="CFD2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B653995-BE0A-BB49-9CEE-F4600F4B92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09738" y="1258888"/>
            <a:ext cx="2505075" cy="35385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9B2975-55E1-614D-B255-F942C9ED41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1300" y="655981"/>
            <a:ext cx="3522050" cy="4680620"/>
          </a:xfrm>
          <a:prstGeom prst="rect">
            <a:avLst/>
          </a:prstGeom>
        </p:spPr>
      </p:pic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2119546-9882-2545-870F-CA60FFC13BE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864100" y="1258888"/>
            <a:ext cx="2517775" cy="35385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4464FC-C76A-9F40-BE13-A423746334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34975" y="655981"/>
            <a:ext cx="3522050" cy="4680620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FB1B4C5-5DA2-7449-9DB8-B6891EF5B5F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70850" y="1258888"/>
            <a:ext cx="2478088" cy="35385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315BD6-32B2-EB42-BC63-2776CCCFA1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08650" y="655981"/>
            <a:ext cx="3522050" cy="468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6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(left) iphone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BE376E-D660-4645-AF77-BE07DF3E877E}"/>
              </a:ext>
            </a:extLst>
          </p:cNvPr>
          <p:cNvSpPr txBox="1"/>
          <p:nvPr userDrawn="1"/>
        </p:nvSpPr>
        <p:spPr>
          <a:xfrm>
            <a:off x="860612" y="-4034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CD6ED5-38C2-8249-99D9-F47F19BACC64}"/>
              </a:ext>
            </a:extLst>
          </p:cNvPr>
          <p:cNvSpPr/>
          <p:nvPr userDrawn="1"/>
        </p:nvSpPr>
        <p:spPr>
          <a:xfrm>
            <a:off x="-8416" y="0"/>
            <a:ext cx="12192000" cy="6205538"/>
          </a:xfrm>
          <a:prstGeom prst="rect">
            <a:avLst/>
          </a:prstGeom>
          <a:solidFill>
            <a:srgbClr val="CFD2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646F8FA-BB65-364D-B7CD-10AEE61AE2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07533" y="454186"/>
            <a:ext cx="5403273" cy="5403273"/>
          </a:xfrm>
          <a:prstGeom prst="rect">
            <a:avLst/>
          </a:prstGeom>
        </p:spPr>
      </p:pic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7174C8D6-E8D8-1646-98D9-0A1ADCA73E3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54677" y="1476302"/>
            <a:ext cx="1902091" cy="335396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DB1D8A-1D70-7A4C-9BE4-7A2A23DB5139}"/>
              </a:ext>
            </a:extLst>
          </p:cNvPr>
          <p:cNvSpPr/>
          <p:nvPr userDrawn="1"/>
        </p:nvSpPr>
        <p:spPr>
          <a:xfrm rot="5400000" flipV="1">
            <a:off x="980659" y="-980660"/>
            <a:ext cx="4267201" cy="6228521"/>
          </a:xfrm>
          <a:prstGeom prst="rect">
            <a:avLst/>
          </a:prstGeom>
          <a:solidFill>
            <a:srgbClr val="323E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B5E6430-7750-BA4F-ABD8-5F3ECD5BA7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8913" t="60459" b="17100"/>
          <a:stretch/>
        </p:blipFill>
        <p:spPr>
          <a:xfrm>
            <a:off x="0" y="4267200"/>
            <a:ext cx="6228522" cy="193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19306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quote (left) iphone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BE376E-D660-4645-AF77-BE07DF3E877E}"/>
              </a:ext>
            </a:extLst>
          </p:cNvPr>
          <p:cNvSpPr txBox="1"/>
          <p:nvPr userDrawn="1"/>
        </p:nvSpPr>
        <p:spPr>
          <a:xfrm>
            <a:off x="860612" y="-4034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CD6ED5-38C2-8249-99D9-F47F19BACC64}"/>
              </a:ext>
            </a:extLst>
          </p:cNvPr>
          <p:cNvSpPr/>
          <p:nvPr userDrawn="1"/>
        </p:nvSpPr>
        <p:spPr>
          <a:xfrm>
            <a:off x="-8416" y="0"/>
            <a:ext cx="12192000" cy="6205538"/>
          </a:xfrm>
          <a:prstGeom prst="rect">
            <a:avLst/>
          </a:prstGeom>
          <a:solidFill>
            <a:srgbClr val="CFD2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646F8FA-BB65-364D-B7CD-10AEE61AE2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07533" y="454186"/>
            <a:ext cx="5403273" cy="5403273"/>
          </a:xfrm>
          <a:prstGeom prst="rect">
            <a:avLst/>
          </a:prstGeom>
        </p:spPr>
      </p:pic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7174C8D6-E8D8-1646-98D9-0A1ADCA73E3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54677" y="1476302"/>
            <a:ext cx="1902091" cy="335396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DB1D8A-1D70-7A4C-9BE4-7A2A23DB5139}"/>
              </a:ext>
            </a:extLst>
          </p:cNvPr>
          <p:cNvSpPr/>
          <p:nvPr userDrawn="1"/>
        </p:nvSpPr>
        <p:spPr>
          <a:xfrm rot="5400000" flipV="1">
            <a:off x="980659" y="-980660"/>
            <a:ext cx="4267201" cy="6228521"/>
          </a:xfrm>
          <a:prstGeom prst="rect">
            <a:avLst/>
          </a:prstGeom>
          <a:solidFill>
            <a:srgbClr val="323E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B5E6430-7750-BA4F-ABD8-5F3ECD5BA7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8913" t="60459" b="17100"/>
          <a:stretch/>
        </p:blipFill>
        <p:spPr>
          <a:xfrm>
            <a:off x="0" y="4267200"/>
            <a:ext cx="6228522" cy="193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73468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11"/>
          </p:nvPr>
        </p:nvSpPr>
        <p:spPr>
          <a:xfrm>
            <a:off x="5743575" y="981075"/>
            <a:ext cx="5400675" cy="41624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424762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able Placeholder 3"/>
          <p:cNvSpPr>
            <a:spLocks noGrp="1"/>
          </p:cNvSpPr>
          <p:nvPr>
            <p:ph type="tbl" sz="quarter" idx="11"/>
          </p:nvPr>
        </p:nvSpPr>
        <p:spPr>
          <a:xfrm>
            <a:off x="4562763" y="1172726"/>
            <a:ext cx="6816436" cy="3713307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810485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?>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image" Target="../media/image2.png"/></Relationships>
</file>

<file path=ppt/slideMasters/_rels/slideMaster3.xml.rels><?xml version="1.0" encoding="UTF-8"?><Relationships xmlns="http://schemas.openxmlformats.org/package/2006/relationships"><Relationship Id="rId13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2.xml"/><Relationship Id="rId26" Type="http://schemas.openxmlformats.org/officeDocument/2006/relationships/slideLayout" Target="../slideLayouts/slideLayout40.xml"/><Relationship Id="rId39" Type="http://schemas.openxmlformats.org/officeDocument/2006/relationships/slideLayout" Target="../slideLayouts/slideLayout53.xml"/><Relationship Id="rId21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48.xml"/><Relationship Id="rId42" Type="http://schemas.openxmlformats.org/officeDocument/2006/relationships/slideLayout" Target="../slideLayouts/slideLayout56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4.xml"/><Relationship Id="rId29" Type="http://schemas.openxmlformats.org/officeDocument/2006/relationships/slideLayout" Target="../slideLayouts/slideLayout43.xml"/><Relationship Id="rId41" Type="http://schemas.openxmlformats.org/officeDocument/2006/relationships/slideLayout" Target="../slideLayouts/slideLayout55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38.xml"/><Relationship Id="rId32" Type="http://schemas.openxmlformats.org/officeDocument/2006/relationships/slideLayout" Target="../slideLayouts/slideLayout46.xml"/><Relationship Id="rId37" Type="http://schemas.openxmlformats.org/officeDocument/2006/relationships/slideLayout" Target="../slideLayouts/slideLayout51.xml"/><Relationship Id="rId40" Type="http://schemas.openxmlformats.org/officeDocument/2006/relationships/slideLayout" Target="../slideLayouts/slideLayout54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23" Type="http://schemas.openxmlformats.org/officeDocument/2006/relationships/slideLayout" Target="../slideLayouts/slideLayout37.xml"/><Relationship Id="rId28" Type="http://schemas.openxmlformats.org/officeDocument/2006/relationships/slideLayout" Target="../slideLayouts/slideLayout42.xml"/><Relationship Id="rId36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24.xml"/><Relationship Id="rId19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45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slideLayout" Target="../slideLayouts/slideLayout36.xml"/><Relationship Id="rId27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4.xml"/><Relationship Id="rId35" Type="http://schemas.openxmlformats.org/officeDocument/2006/relationships/slideLayout" Target="../slideLayouts/slideLayout49.xml"/><Relationship Id="rId43" Type="http://schemas.openxmlformats.org/officeDocument/2006/relationships/theme" Target="../theme/theme3.xml"/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5" Type="http://schemas.openxmlformats.org/officeDocument/2006/relationships/slideLayout" Target="../slideLayouts/slideLayout39.xml"/><Relationship Id="rId33" Type="http://schemas.openxmlformats.org/officeDocument/2006/relationships/slideLayout" Target="../slideLayouts/slideLayout47.xml"/><Relationship Id="rId38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 txBox="1">
            <a:spLocks noGrp="1"/>
          </p:cNvSpPr>
          <p:nvPr>
            <p:ph type="body" idx="1"/>
          </p:nvPr>
        </p:nvSpPr>
        <p:spPr>
          <a:xfrm>
            <a:off x="609601" y="1604639"/>
            <a:ext cx="10972319" cy="397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l" rtl="0">
              <a:spcBef>
                <a:spcPts val="0"/>
              </a:spcBef>
              <a:defRPr/>
            </a:lvl1pPr>
            <a:lvl2pPr marL="0" marR="0" indent="0" algn="l" rtl="0">
              <a:spcBef>
                <a:spcPts val="0"/>
              </a:spcBef>
              <a:defRPr/>
            </a:lvl2pPr>
            <a:lvl3pPr marL="0" marR="0" indent="0" algn="l" rtl="0">
              <a:spcBef>
                <a:spcPts val="0"/>
              </a:spcBef>
              <a:defRPr/>
            </a:lvl3pPr>
            <a:lvl4pPr marL="0" marR="0" indent="0" algn="l" rtl="0">
              <a:spcBef>
                <a:spcPts val="0"/>
              </a:spcBef>
              <a:defRPr/>
            </a:lvl4pPr>
            <a:lvl5pPr marL="0" marR="0" indent="0" algn="l" rtl="0">
              <a:spcBef>
                <a:spcPts val="0"/>
              </a:spcBef>
              <a:defRPr/>
            </a:lvl5pPr>
            <a:lvl6pPr marL="0" marR="0" indent="0" algn="l" rtl="0">
              <a:spcBef>
                <a:spcPts val="0"/>
              </a:spcBef>
              <a:defRPr/>
            </a:lvl6pPr>
            <a:lvl7pPr marL="0" marR="0" indent="0" algn="l" rtl="0">
              <a:spcBef>
                <a:spcPts val="0"/>
              </a:spcBef>
              <a:defRPr/>
            </a:lvl7pPr>
            <a:lvl8pPr marL="0" marR="0" indent="0" algn="l" rtl="0">
              <a:spcBef>
                <a:spcPts val="0"/>
              </a:spcBef>
              <a:defRPr/>
            </a:lvl8pPr>
            <a:lvl9pPr marL="0" marR="0" indent="0" algn="l" rtl="0">
              <a:spcBef>
                <a:spcPts val="0"/>
              </a:spcBef>
              <a:defRPr/>
            </a:lvl9pPr>
          </a:lstStyle>
          <a:p>
            <a:r>
              <a:rPr lang="en-GB"/>
              <a:t>Key points here</a:t>
            </a:r>
            <a:br>
              <a:rPr lang="en-GB"/>
            </a:br>
            <a:r>
              <a:rPr lang="en-GB"/>
              <a:t>(minimum font size 32)</a:t>
            </a:r>
            <a:endParaRPr/>
          </a:p>
        </p:txBody>
      </p:sp>
      <p:sp>
        <p:nvSpPr>
          <p:cNvPr id="5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1" y="6309321"/>
            <a:ext cx="12192000" cy="561879"/>
          </a:xfrm>
          <a:prstGeom prst="rect">
            <a:avLst/>
          </a:prstGeom>
          <a:solidFill>
            <a:srgbClr val="5F2861"/>
          </a:solidFill>
          <a:ln>
            <a:noFill/>
          </a:ln>
        </p:spPr>
        <p:txBody>
          <a:bodyPr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24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A978B9-95F6-4A52-A7AD-8F58E3352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4512" y="6405331"/>
            <a:ext cx="1344149" cy="42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453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5333" b="1" i="0" u="none" strike="noStrike" cap="none" baseline="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  <a:sym typeface="Arial"/>
          <a:rtl val="0"/>
        </a:defRPr>
      </a:lvl1pPr>
      <a:lvl2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"/>
          <p:cNvSpPr>
            <a:spLocks noChangeArrowheads="1"/>
          </p:cNvSpPr>
          <p:nvPr/>
        </p:nvSpPr>
        <p:spPr bwMode="auto">
          <a:xfrm>
            <a:off x="599018" y="181853"/>
            <a:ext cx="11036300" cy="990600"/>
          </a:xfrm>
          <a:prstGeom prst="roundRect">
            <a:avLst>
              <a:gd name="adj" fmla="val 7213"/>
            </a:avLst>
          </a:prstGeom>
          <a:solidFill>
            <a:srgbClr val="5F28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 altLang="en-US" sz="2400">
              <a:solidFill>
                <a:srgbClr val="000000"/>
              </a:solidFill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863601" y="209749"/>
            <a:ext cx="7437967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3608" y="1798639"/>
            <a:ext cx="10316633" cy="431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95317" y="6248400"/>
            <a:ext cx="254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5F2861"/>
                </a:solidFill>
                <a:latin typeface="Arial" charset="0"/>
                <a:ea typeface="+mn-ea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C3F15FF-8B87-4F38-BB80-08F00F8C711F}" type="slidenum">
              <a:rPr lang="en-US"/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400">
              <a:solidFill>
                <a:srgbClr val="6D2E69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1E7C560-497B-84B8-CBCE-DC4E4A119AF9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434197" y="246079"/>
            <a:ext cx="2095531" cy="833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346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hdr="0" dt="0"/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+mj-lt"/>
          <a:ea typeface="MS PGothic" pitchFamily="34" charset="-128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MS PGothic" pitchFamily="34" charset="-128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MS PGothic" pitchFamily="34" charset="-128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MS PGothic" pitchFamily="34" charset="-128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MS PGothic" pitchFamily="34" charset="-128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pitchFamily="-16" charset="-128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pitchFamily="-16" charset="-128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pitchFamily="-16" charset="-128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pitchFamily="-16" charset="-128"/>
        </a:defRPr>
      </a:lvl9pPr>
    </p:titleStyle>
    <p:bodyStyle>
      <a:lvl1pPr marL="342900" indent="-342900" algn="l" rtl="0" eaLnBrk="0" fontAlgn="base" hangingPunct="0">
        <a:lnSpc>
          <a:spcPct val="90000"/>
        </a:lnSpc>
        <a:spcBef>
          <a:spcPct val="60000"/>
        </a:spcBef>
        <a:spcAft>
          <a:spcPct val="0"/>
        </a:spcAft>
        <a:buClr>
          <a:srgbClr val="5F2861"/>
        </a:buClr>
        <a:buSzPct val="120000"/>
        <a:tabLst>
          <a:tab pos="261938" algn="l"/>
        </a:tabLst>
        <a:defRPr sz="20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700088" indent="-258763" algn="l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rgbClr val="5F2861"/>
        </a:buClr>
        <a:buSzPct val="120000"/>
        <a:buChar char="•"/>
        <a:tabLst>
          <a:tab pos="261938" algn="l"/>
        </a:tabLst>
        <a:defRPr sz="2000">
          <a:solidFill>
            <a:schemeClr val="tx1"/>
          </a:solidFill>
          <a:latin typeface="+mn-lt"/>
          <a:ea typeface="MS PGothic" pitchFamily="34" charset="-128"/>
        </a:defRPr>
      </a:lvl2pPr>
      <a:lvl3pPr marL="1162050" indent="-282575" algn="l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Font typeface="Arial" pitchFamily="34" charset="0"/>
        <a:buChar char="-"/>
        <a:tabLst>
          <a:tab pos="261938" algn="l"/>
        </a:tabLst>
        <a:defRPr sz="2000">
          <a:solidFill>
            <a:schemeClr val="tx1"/>
          </a:solidFill>
          <a:latin typeface="+mn-lt"/>
          <a:ea typeface="MS PGothic" pitchFamily="34" charset="-128"/>
        </a:defRPr>
      </a:lvl3pPr>
      <a:lvl4pPr marL="1627188" indent="-285750" algn="l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Font typeface="Wingdings 2" pitchFamily="18" charset="2"/>
        <a:buChar char=""/>
        <a:tabLst>
          <a:tab pos="261938" algn="l"/>
        </a:tabLst>
        <a:defRPr sz="2000">
          <a:solidFill>
            <a:schemeClr val="tx1"/>
          </a:solidFill>
          <a:latin typeface="+mn-lt"/>
          <a:ea typeface="MS PGothic" pitchFamily="34" charset="-128"/>
        </a:defRPr>
      </a:lvl4pPr>
      <a:lvl5pPr marL="2087563" indent="-280988" algn="l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Font typeface="Wingdings 2" pitchFamily="18" charset="2"/>
        <a:buChar char=""/>
        <a:tabLst>
          <a:tab pos="261938" algn="l"/>
        </a:tabLst>
        <a:defRPr sz="2000">
          <a:solidFill>
            <a:schemeClr val="tx1"/>
          </a:solidFill>
          <a:latin typeface="+mn-lt"/>
          <a:ea typeface="MS PGothic" pitchFamily="34" charset="-128"/>
        </a:defRPr>
      </a:lvl5pPr>
      <a:lvl6pPr marL="2544763" indent="-280988" algn="l" rtl="0" fontAlgn="base">
        <a:lnSpc>
          <a:spcPct val="90000"/>
        </a:lnSpc>
        <a:spcBef>
          <a:spcPct val="50000"/>
        </a:spcBef>
        <a:spcAft>
          <a:spcPct val="0"/>
        </a:spcAft>
        <a:buFont typeface="Wingdings 2" pitchFamily="18" charset="2"/>
        <a:buChar char=""/>
        <a:tabLst>
          <a:tab pos="261938" algn="l"/>
        </a:tabLst>
        <a:defRPr sz="2000">
          <a:solidFill>
            <a:schemeClr val="tx1"/>
          </a:solidFill>
          <a:latin typeface="+mn-lt"/>
          <a:ea typeface="+mn-ea"/>
        </a:defRPr>
      </a:lvl6pPr>
      <a:lvl7pPr marL="3001963" indent="-280988" algn="l" rtl="0" fontAlgn="base">
        <a:lnSpc>
          <a:spcPct val="90000"/>
        </a:lnSpc>
        <a:spcBef>
          <a:spcPct val="50000"/>
        </a:spcBef>
        <a:spcAft>
          <a:spcPct val="0"/>
        </a:spcAft>
        <a:buFont typeface="Wingdings 2" pitchFamily="18" charset="2"/>
        <a:buChar char=""/>
        <a:tabLst>
          <a:tab pos="261938" algn="l"/>
        </a:tabLst>
        <a:defRPr sz="2000">
          <a:solidFill>
            <a:schemeClr val="tx1"/>
          </a:solidFill>
          <a:latin typeface="+mn-lt"/>
          <a:ea typeface="+mn-ea"/>
        </a:defRPr>
      </a:lvl7pPr>
      <a:lvl8pPr marL="3459163" indent="-280988" algn="l" rtl="0" fontAlgn="base">
        <a:lnSpc>
          <a:spcPct val="90000"/>
        </a:lnSpc>
        <a:spcBef>
          <a:spcPct val="50000"/>
        </a:spcBef>
        <a:spcAft>
          <a:spcPct val="0"/>
        </a:spcAft>
        <a:buFont typeface="Wingdings 2" pitchFamily="18" charset="2"/>
        <a:buChar char=""/>
        <a:tabLst>
          <a:tab pos="261938" algn="l"/>
        </a:tabLst>
        <a:defRPr sz="2000">
          <a:solidFill>
            <a:schemeClr val="tx1"/>
          </a:solidFill>
          <a:latin typeface="+mn-lt"/>
          <a:ea typeface="+mn-ea"/>
        </a:defRPr>
      </a:lvl8pPr>
      <a:lvl9pPr marL="3916363" indent="-280988" algn="l" rtl="0" fontAlgn="base">
        <a:lnSpc>
          <a:spcPct val="90000"/>
        </a:lnSpc>
        <a:spcBef>
          <a:spcPct val="50000"/>
        </a:spcBef>
        <a:spcAft>
          <a:spcPct val="0"/>
        </a:spcAft>
        <a:buFont typeface="Wingdings 2" pitchFamily="18" charset="2"/>
        <a:buChar char=""/>
        <a:tabLst>
          <a:tab pos="261938" algn="l"/>
        </a:tabLst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>
            <a:extLst>
              <a:ext uri="{FF2B5EF4-FFF2-40B4-BE49-F238E27FC236}">
                <a16:creationId xmlns:a16="http://schemas.microsoft.com/office/drawing/2014/main" id="{D11F4C20-99BA-4187-8614-954C46598D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63602" y="485775"/>
            <a:ext cx="7437967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2812BB5-45E6-46F9-BDE4-3BFE09189D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63602" y="1798638"/>
            <a:ext cx="10316633" cy="431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E6BED93E-75C8-4249-8916-80F902747CA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95317" y="6248400"/>
            <a:ext cx="254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900" b="1" i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</a:lstStyle>
          <a:p>
            <a:fld id="{4DFC6EE9-55D9-4100-8598-B06FF930A43B}" type="slidenum">
              <a:rPr lang="en-US" altLang="en-US" smtClean="0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2231163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  <p:sldLayoutId id="2147483696" r:id="rId20"/>
    <p:sldLayoutId id="2147483697" r:id="rId21"/>
    <p:sldLayoutId id="2147483698" r:id="rId22"/>
    <p:sldLayoutId id="2147483699" r:id="rId23"/>
    <p:sldLayoutId id="2147483700" r:id="rId24"/>
    <p:sldLayoutId id="2147483701" r:id="rId25"/>
    <p:sldLayoutId id="2147483702" r:id="rId26"/>
    <p:sldLayoutId id="2147483703" r:id="rId27"/>
    <p:sldLayoutId id="2147483704" r:id="rId28"/>
    <p:sldLayoutId id="2147483705" r:id="rId29"/>
    <p:sldLayoutId id="2147483706" r:id="rId30"/>
    <p:sldLayoutId id="2147483707" r:id="rId31"/>
    <p:sldLayoutId id="2147483708" r:id="rId32"/>
    <p:sldLayoutId id="2147483709" r:id="rId33"/>
    <p:sldLayoutId id="2147483710" r:id="rId34"/>
    <p:sldLayoutId id="2147483711" r:id="rId35"/>
    <p:sldLayoutId id="2147483712" r:id="rId36"/>
    <p:sldLayoutId id="2147483713" r:id="rId37"/>
    <p:sldLayoutId id="2147483714" r:id="rId38"/>
    <p:sldLayoutId id="2147483715" r:id="rId39"/>
    <p:sldLayoutId id="2147483716" r:id="rId40"/>
    <p:sldLayoutId id="2147483717" r:id="rId41"/>
    <p:sldLayoutId id="2147483718" r:id="rId42"/>
  </p:sldLayoutIdLst>
  <p:hf hdr="0" ftr="0" dt="0"/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ea typeface="MS PGothic" pitchFamily="34" charset="-128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ea typeface="MS PGothic" pitchFamily="34" charset="-128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ea typeface="MS PGothic" pitchFamily="34" charset="-128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ea typeface="MS PGothic" pitchFamily="34" charset="-128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ea typeface="MS PGothic" pitchFamily="34" charset="-128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ea typeface="MS PGothic" pitchFamily="34" charset="-128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ea typeface="MS PGothic" pitchFamily="34" charset="-128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ea typeface="MS PGothic" pitchFamily="34" charset="-128"/>
        </a:defRPr>
      </a:lvl9pPr>
    </p:titleStyle>
    <p:bodyStyle>
      <a:lvl1pPr algn="l" rtl="0" eaLnBrk="0" fontAlgn="base" hangingPunct="0">
        <a:lnSpc>
          <a:spcPct val="90000"/>
        </a:lnSpc>
        <a:spcBef>
          <a:spcPct val="60000"/>
        </a:spcBef>
        <a:spcAft>
          <a:spcPct val="0"/>
        </a:spcAft>
        <a:buClr>
          <a:srgbClr val="5F2861"/>
        </a:buClr>
        <a:buSzPct val="120000"/>
        <a:tabLst>
          <a:tab pos="261938" algn="l"/>
        </a:tabLst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00088" indent="-258763" algn="l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rgbClr val="5F2861"/>
        </a:buClr>
        <a:buSzPct val="120000"/>
        <a:buChar char="•"/>
        <a:tabLst>
          <a:tab pos="261938" algn="l"/>
        </a:tabLst>
        <a:defRPr sz="2000">
          <a:solidFill>
            <a:schemeClr val="tx1"/>
          </a:solidFill>
          <a:latin typeface="+mn-lt"/>
          <a:ea typeface="+mn-ea"/>
        </a:defRPr>
      </a:lvl2pPr>
      <a:lvl3pPr marL="1162050" indent="-282575" algn="l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Font typeface="Arial" panose="020B0604020202020204" pitchFamily="34" charset="0"/>
        <a:buChar char="-"/>
        <a:tabLst>
          <a:tab pos="261938" algn="l"/>
        </a:tabLst>
        <a:defRPr sz="2000">
          <a:solidFill>
            <a:schemeClr val="tx1"/>
          </a:solidFill>
          <a:latin typeface="+mn-lt"/>
          <a:ea typeface="+mn-ea"/>
        </a:defRPr>
      </a:lvl3pPr>
      <a:lvl4pPr marL="1627188" indent="-285750" algn="l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Font typeface="Wingdings 2" panose="05020102010507070707" pitchFamily="18" charset="2"/>
        <a:buChar char=""/>
        <a:tabLst>
          <a:tab pos="261938" algn="l"/>
        </a:tabLst>
        <a:defRPr sz="2000">
          <a:solidFill>
            <a:schemeClr val="tx1"/>
          </a:solidFill>
          <a:latin typeface="+mn-lt"/>
          <a:ea typeface="+mn-ea"/>
        </a:defRPr>
      </a:lvl4pPr>
      <a:lvl5pPr marL="2087563" indent="-280988" algn="l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Font typeface="Wingdings 2" panose="05020102010507070707" pitchFamily="18" charset="2"/>
        <a:buChar char=""/>
        <a:tabLst>
          <a:tab pos="261938" algn="l"/>
        </a:tabLst>
        <a:defRPr sz="2000">
          <a:solidFill>
            <a:schemeClr val="tx1"/>
          </a:solidFill>
          <a:latin typeface="+mn-lt"/>
          <a:ea typeface="+mn-ea"/>
        </a:defRPr>
      </a:lvl5pPr>
      <a:lvl6pPr marL="2544763" indent="-280988" algn="l" rtl="0" fontAlgn="base">
        <a:lnSpc>
          <a:spcPct val="90000"/>
        </a:lnSpc>
        <a:spcBef>
          <a:spcPct val="50000"/>
        </a:spcBef>
        <a:spcAft>
          <a:spcPct val="0"/>
        </a:spcAft>
        <a:buFont typeface="Wingdings 2" pitchFamily="18" charset="2"/>
        <a:buChar char=""/>
        <a:tabLst>
          <a:tab pos="261938" algn="l"/>
        </a:tabLst>
        <a:defRPr sz="2000">
          <a:solidFill>
            <a:schemeClr val="tx1"/>
          </a:solidFill>
          <a:latin typeface="+mn-lt"/>
          <a:ea typeface="+mn-ea"/>
        </a:defRPr>
      </a:lvl6pPr>
      <a:lvl7pPr marL="3001963" indent="-280988" algn="l" rtl="0" fontAlgn="base">
        <a:lnSpc>
          <a:spcPct val="90000"/>
        </a:lnSpc>
        <a:spcBef>
          <a:spcPct val="50000"/>
        </a:spcBef>
        <a:spcAft>
          <a:spcPct val="0"/>
        </a:spcAft>
        <a:buFont typeface="Wingdings 2" pitchFamily="18" charset="2"/>
        <a:buChar char=""/>
        <a:tabLst>
          <a:tab pos="261938" algn="l"/>
        </a:tabLst>
        <a:defRPr sz="2000">
          <a:solidFill>
            <a:schemeClr val="tx1"/>
          </a:solidFill>
          <a:latin typeface="+mn-lt"/>
          <a:ea typeface="+mn-ea"/>
        </a:defRPr>
      </a:lvl7pPr>
      <a:lvl8pPr marL="3459163" indent="-280988" algn="l" rtl="0" fontAlgn="base">
        <a:lnSpc>
          <a:spcPct val="90000"/>
        </a:lnSpc>
        <a:spcBef>
          <a:spcPct val="50000"/>
        </a:spcBef>
        <a:spcAft>
          <a:spcPct val="0"/>
        </a:spcAft>
        <a:buFont typeface="Wingdings 2" pitchFamily="18" charset="2"/>
        <a:buChar char=""/>
        <a:tabLst>
          <a:tab pos="261938" algn="l"/>
        </a:tabLst>
        <a:defRPr sz="2000">
          <a:solidFill>
            <a:schemeClr val="tx1"/>
          </a:solidFill>
          <a:latin typeface="+mn-lt"/>
          <a:ea typeface="+mn-ea"/>
        </a:defRPr>
      </a:lvl8pPr>
      <a:lvl9pPr marL="3916363" indent="-280988" algn="l" rtl="0" fontAlgn="base">
        <a:lnSpc>
          <a:spcPct val="90000"/>
        </a:lnSpc>
        <a:spcBef>
          <a:spcPct val="50000"/>
        </a:spcBef>
        <a:spcAft>
          <a:spcPct val="0"/>
        </a:spcAft>
        <a:buFont typeface="Wingdings 2" pitchFamily="18" charset="2"/>
        <a:buChar char=""/>
        <a:tabLst>
          <a:tab pos="261938" algn="l"/>
        </a:tabLst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396E8-DFEC-4D88-8859-0FA44E5C5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948" y="326066"/>
            <a:ext cx="10925504" cy="3406838"/>
          </a:xfrm>
          <a:solidFill>
            <a:srgbClr val="660066"/>
          </a:solidFill>
        </p:spPr>
        <p:txBody>
          <a:bodyPr/>
          <a:lstStyle/>
          <a:p>
            <a:br>
              <a:rPr lang="en-GB" sz="2400">
                <a:solidFill>
                  <a:schemeClr val="bg1"/>
                </a:solidFill>
              </a:rPr>
            </a:br>
            <a:r>
              <a:rPr lang="en-GB" sz="2800" b="1">
                <a:solidFill>
                  <a:schemeClr val="bg1"/>
                </a:solidFill>
              </a:rPr>
              <a:t>CQC Architecture Governance</a:t>
            </a:r>
            <a:br>
              <a:rPr lang="en-GB" sz="2800" b="1">
                <a:solidFill>
                  <a:schemeClr val="bg1"/>
                </a:solidFill>
              </a:rPr>
            </a:br>
            <a:br>
              <a:rPr lang="en-GB" sz="2800">
                <a:solidFill>
                  <a:schemeClr val="bg1"/>
                </a:solidFill>
                <a:cs typeface="Arial"/>
              </a:rPr>
            </a:br>
            <a:r>
              <a:rPr lang="en-GB" sz="2800">
                <a:solidFill>
                  <a:schemeClr val="bg1"/>
                </a:solidFill>
                <a:cs typeface="Arial"/>
              </a:rPr>
              <a:t>Architecture Vision Paper</a:t>
            </a:r>
            <a:br>
              <a:rPr lang="en-GB" sz="1800">
                <a:solidFill>
                  <a:schemeClr val="bg1"/>
                </a:solidFill>
                <a:cs typeface="Arial"/>
              </a:rPr>
            </a:br>
            <a:br>
              <a:rPr lang="en-GB" sz="1800" b="1">
                <a:solidFill>
                  <a:schemeClr val="bg1"/>
                </a:solidFill>
              </a:rPr>
            </a:br>
            <a:r>
              <a:rPr lang="en-GB" sz="2800">
                <a:solidFill>
                  <a:schemeClr val="bg1"/>
                </a:solidFill>
              </a:rPr>
              <a:t>[Initiative / Capability Name]</a:t>
            </a:r>
            <a:br>
              <a:rPr lang="en-GB" sz="1800" b="1">
                <a:solidFill>
                  <a:schemeClr val="bg1"/>
                </a:solidFill>
              </a:rPr>
            </a:br>
            <a:br>
              <a:rPr lang="en-GB" sz="1800">
                <a:solidFill>
                  <a:schemeClr val="bg1"/>
                </a:solidFill>
              </a:rPr>
            </a:br>
            <a:endParaRPr lang="en-GB" sz="180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26FA6-153B-3825-29E3-DF18D02B66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50948" y="3910212"/>
            <a:ext cx="10925504" cy="960801"/>
          </a:xfrm>
        </p:spPr>
        <p:txBody>
          <a:bodyPr/>
          <a:lstStyle/>
          <a:p>
            <a:r>
              <a:rPr lang="en-GB" sz="2000" b="1"/>
              <a:t>[Author name]</a:t>
            </a:r>
          </a:p>
          <a:p>
            <a:r>
              <a:rPr lang="en-GB" sz="2000" b="1"/>
              <a:t>[Role / Job title]</a:t>
            </a:r>
          </a:p>
        </p:txBody>
      </p:sp>
    </p:spTree>
    <p:extLst>
      <p:ext uri="{BB962C8B-B14F-4D97-AF65-F5344CB8AC3E}">
        <p14:creationId xmlns:p14="http://schemas.microsoft.com/office/powerpoint/2010/main" val="4126488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F4251-BAD0-FE33-D1D3-3EB7CC59E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FFFFFF"/>
                </a:solidFill>
              </a:rPr>
              <a:t>Version Control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DA3DA-3035-CFBF-A311-2B83E8CDE1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F9A2A7-9E3D-44C9-AA5C-CC50684E6DCB}" type="slidenum">
              <a:rPr kumimoji="0" lang="en-US" sz="686" b="0" i="0" u="none" strike="noStrike" kern="1200" cap="none" spc="0" normalizeH="0" baseline="0" noProof="0" smtClean="0">
                <a:ln>
                  <a:noFill/>
                </a:ln>
                <a:solidFill>
                  <a:srgbClr val="5F2861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067" b="0" i="0" u="none" strike="noStrike" kern="1200" cap="none" spc="0" normalizeH="0" baseline="0" noProof="0">
              <a:ln>
                <a:noFill/>
              </a:ln>
              <a:solidFill>
                <a:srgbClr val="6D2E69"/>
              </a:solidFill>
              <a:effectLst/>
              <a:uLnTx/>
              <a:uFillTx/>
              <a:latin typeface="Calibri" panose="020F0502020204030204" pitchFamily="34" charset="0"/>
              <a:ea typeface="ＭＳ Ｐゴシック"/>
              <a:cs typeface="Calibri" panose="020F0502020204030204" pitchFamily="34" charset="0"/>
            </a:endParaRP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5FF9AB7F-C4B7-65DC-B07E-2DE90851C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123206"/>
              </p:ext>
            </p:extLst>
          </p:nvPr>
        </p:nvGraphicFramePr>
        <p:xfrm>
          <a:off x="680721" y="1260001"/>
          <a:ext cx="10942319" cy="2156779"/>
        </p:xfrm>
        <a:graphic>
          <a:graphicData uri="http://schemas.openxmlformats.org/drawingml/2006/table">
            <a:tbl>
              <a:tblPr firstRow="1" bandRow="1"/>
              <a:tblGrid>
                <a:gridCol w="808745">
                  <a:extLst>
                    <a:ext uri="{9D8B030D-6E8A-4147-A177-3AD203B41FA5}">
                      <a16:colId xmlns:a16="http://schemas.microsoft.com/office/drawing/2014/main" val="3000999346"/>
                    </a:ext>
                  </a:extLst>
                </a:gridCol>
                <a:gridCol w="4660032">
                  <a:extLst>
                    <a:ext uri="{9D8B030D-6E8A-4147-A177-3AD203B41FA5}">
                      <a16:colId xmlns:a16="http://schemas.microsoft.com/office/drawing/2014/main" val="2713426179"/>
                    </a:ext>
                  </a:extLst>
                </a:gridCol>
                <a:gridCol w="1471018">
                  <a:extLst>
                    <a:ext uri="{9D8B030D-6E8A-4147-A177-3AD203B41FA5}">
                      <a16:colId xmlns:a16="http://schemas.microsoft.com/office/drawing/2014/main" val="3670390591"/>
                    </a:ext>
                  </a:extLst>
                </a:gridCol>
                <a:gridCol w="4002524">
                  <a:extLst>
                    <a:ext uri="{9D8B030D-6E8A-4147-A177-3AD203B41FA5}">
                      <a16:colId xmlns:a16="http://schemas.microsoft.com/office/drawing/2014/main" val="3673877109"/>
                    </a:ext>
                  </a:extLst>
                </a:gridCol>
              </a:tblGrid>
              <a:tr h="264929"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Version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2861"/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Author (A) / Reviewers (R) / Consult (C)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2861"/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Date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2861"/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Comments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28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7468962"/>
                  </a:ext>
                </a:extLst>
              </a:tr>
              <a:tr h="308034"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0.1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[Author name]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[DD/MM/YYYY]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433062"/>
                  </a:ext>
                </a:extLst>
              </a:tr>
              <a:tr h="299367"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638868"/>
                  </a:ext>
                </a:extLst>
              </a:tr>
              <a:tr h="264929"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269386"/>
                  </a:ext>
                </a:extLst>
              </a:tr>
              <a:tr h="244342"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785575"/>
                  </a:ext>
                </a:extLst>
              </a:tr>
              <a:tr h="244342"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740513"/>
                  </a:ext>
                </a:extLst>
              </a:tr>
              <a:tr h="244342"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064607"/>
                  </a:ext>
                </a:extLst>
              </a:tr>
              <a:tr h="244342"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941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8466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ADF0DA5-E172-B958-9B16-37C6271ABE49}"/>
              </a:ext>
            </a:extLst>
          </p:cNvPr>
          <p:cNvSpPr txBox="1"/>
          <p:nvPr/>
        </p:nvSpPr>
        <p:spPr>
          <a:xfrm>
            <a:off x="627802" y="1352001"/>
            <a:ext cx="11078635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200" b="0" i="0" u="none" strike="noStrike" kern="1200" cap="none" spc="0" normalizeH="0" baseline="0" noProof="0" bmk="_Toc247988889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libri"/>
                <a:cs typeface="Arial"/>
              </a:rPr>
              <a:t xml:space="preserve">This document is </a:t>
            </a:r>
            <a:r>
              <a:rPr lang="en-GB" altLang="en-US" sz="1200" b="1" bmk="_Toc247988889">
                <a:solidFill>
                  <a:srgbClr val="000000"/>
                </a:solidFill>
                <a:latin typeface="Arial"/>
                <a:ea typeface="Calibri"/>
                <a:cs typeface="Arial"/>
              </a:rPr>
              <a:t>reviewed</a:t>
            </a:r>
            <a:r>
              <a:rPr kumimoji="0" lang="en-GB" altLang="en-US" sz="1200" b="1" i="0" u="none" strike="noStrike" kern="1200" cap="none" spc="0" normalizeH="0" baseline="0" noProof="0" bmk="_Toc247988889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libri"/>
                <a:cs typeface="Arial"/>
              </a:rPr>
              <a:t xml:space="preserve"> by</a:t>
            </a:r>
            <a:r>
              <a:rPr kumimoji="0" lang="en-GB" altLang="en-US" sz="1200" b="0" i="0" u="none" strike="noStrike" kern="1200" cap="none" spc="0" normalizeH="0" baseline="0" noProof="0" bmk="_Toc247988889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libri"/>
                <a:cs typeface="Arial"/>
              </a:rPr>
              <a:t>:</a:t>
            </a:r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Calibri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7FB8DF-EB23-9C94-367D-FE93AD5C4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>
                <a:solidFill>
                  <a:schemeClr val="bg1">
                    <a:lumMod val="95000"/>
                  </a:schemeClr>
                </a:solidFill>
                <a:cs typeface="Arial"/>
              </a:rPr>
              <a:t>Architecture Assurance – Review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37A27-75C5-A6DE-223D-78B6F53C57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F9A2A7-9E3D-44C9-AA5C-CC50684E6DCB}" type="slidenum">
              <a:rPr kumimoji="0" lang="en-US" sz="686" b="0" i="0" u="none" strike="noStrike" kern="1200" cap="none" spc="0" normalizeH="0" baseline="0" noProof="0" smtClean="0">
                <a:ln>
                  <a:noFill/>
                </a:ln>
                <a:solidFill>
                  <a:srgbClr val="5F2861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067" b="0" i="0" u="none" strike="noStrike" kern="1200" cap="none" spc="0" normalizeH="0" baseline="0" noProof="0">
              <a:ln>
                <a:noFill/>
              </a:ln>
              <a:solidFill>
                <a:srgbClr val="6D2E69"/>
              </a:solidFill>
              <a:effectLst/>
              <a:uLnTx/>
              <a:uFillTx/>
              <a:latin typeface="Calibri" panose="020F0502020204030204" pitchFamily="34" charset="0"/>
              <a:ea typeface="ＭＳ Ｐゴシック"/>
              <a:cs typeface="Calibri" panose="020F05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AFDDAC0-1426-DBEA-A19C-7D6F6890B0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6275224"/>
              </p:ext>
            </p:extLst>
          </p:nvPr>
        </p:nvGraphicFramePr>
        <p:xfrm>
          <a:off x="627802" y="1948661"/>
          <a:ext cx="9172932" cy="669582"/>
        </p:xfrm>
        <a:graphic>
          <a:graphicData uri="http://schemas.openxmlformats.org/drawingml/2006/table">
            <a:tbl>
              <a:tblPr firstRow="1" firstCol="1" bandRow="1"/>
              <a:tblGrid>
                <a:gridCol w="1775595">
                  <a:extLst>
                    <a:ext uri="{9D8B030D-6E8A-4147-A177-3AD203B41FA5}">
                      <a16:colId xmlns:a16="http://schemas.microsoft.com/office/drawing/2014/main" val="3333872984"/>
                    </a:ext>
                  </a:extLst>
                </a:gridCol>
                <a:gridCol w="5419068">
                  <a:extLst>
                    <a:ext uri="{9D8B030D-6E8A-4147-A177-3AD203B41FA5}">
                      <a16:colId xmlns:a16="http://schemas.microsoft.com/office/drawing/2014/main" val="997251457"/>
                    </a:ext>
                  </a:extLst>
                </a:gridCol>
                <a:gridCol w="1099038">
                  <a:extLst>
                    <a:ext uri="{9D8B030D-6E8A-4147-A177-3AD203B41FA5}">
                      <a16:colId xmlns:a16="http://schemas.microsoft.com/office/drawing/2014/main" val="2536154606"/>
                    </a:ext>
                  </a:extLst>
                </a:gridCol>
                <a:gridCol w="879231">
                  <a:extLst>
                    <a:ext uri="{9D8B030D-6E8A-4147-A177-3AD203B41FA5}">
                      <a16:colId xmlns:a16="http://schemas.microsoft.com/office/drawing/2014/main" val="41484796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28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Role</a:t>
                      </a: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28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 of Review</a:t>
                      </a: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28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Version</a:t>
                      </a: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28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230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/>
                        <a:t>[Reviewer name]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[Role, e.g. Head of Architecture]</a:t>
                      </a: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MS PGothic"/>
                        <a:cs typeface="+mn-cs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MS PGothic"/>
                        <a:cs typeface="+mn-cs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2053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MS PGothic"/>
                        <a:cs typeface="+mn-cs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MS PGothic"/>
                        <a:cs typeface="+mn-cs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63541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8306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8840793" y="6201265"/>
            <a:ext cx="2540000" cy="4572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8304A4-4CDA-4F03-8C76-8F6EC50311CB}" type="slidenum">
              <a:rPr kumimoji="0" lang="en-US" altLang="en-US" sz="9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6D2E69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63601" y="209749"/>
            <a:ext cx="7437967" cy="906463"/>
          </a:xfrm>
        </p:spPr>
        <p:txBody>
          <a:bodyPr/>
          <a:lstStyle/>
          <a:p>
            <a:pPr lvl="0">
              <a:defRPr/>
            </a:pPr>
            <a:r>
              <a:rPr lang="en-GB">
                <a:solidFill>
                  <a:srgbClr val="FFFFFF"/>
                </a:solidFill>
              </a:rPr>
              <a:t>Purpose &amp; Decision Sought</a:t>
            </a:r>
            <a:endParaRPr lang="en-GB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DC7336-6350-6FCE-EFF7-ECF470305BFE}"/>
              </a:ext>
            </a:extLst>
          </p:cNvPr>
          <p:cNvSpPr txBox="1"/>
          <p:nvPr/>
        </p:nvSpPr>
        <p:spPr bwMode="auto">
          <a:xfrm>
            <a:off x="289711" y="1267485"/>
            <a:ext cx="11298725" cy="3447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Purpose: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Set out the architecture vision for [initiative], describing the target capability, the value it delivers and the high level shape of the solution.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Give the Architecture Review Board enough context to endorse the direction before detailed design (HLD and LLD) begins.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400" b="0">
              <a:solidFill>
                <a:srgbClr val="000000"/>
              </a:solidFill>
              <a:latin typeface="Arial"/>
              <a:ea typeface="MS PGothi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Decision Sought: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Endorsement of the proposed target architecture vision and scope as the basis for the next phase of work.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400" b="0">
              <a:solidFill>
                <a:srgbClr val="000000"/>
              </a:solidFill>
              <a:latin typeface="Arial"/>
              <a:ea typeface="MS PGothi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Recommendation: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[State the direction the Board is being asked to approve.]</a:t>
            </a:r>
          </a:p>
        </p:txBody>
      </p:sp>
    </p:spTree>
    <p:extLst>
      <p:ext uri="{BB962C8B-B14F-4D97-AF65-F5344CB8AC3E}">
        <p14:creationId xmlns:p14="http://schemas.microsoft.com/office/powerpoint/2010/main" val="3878893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7A8AD-9F52-A254-91B5-1C406CF98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0A51D-B6C1-2372-2CC9-FD5AAE6D1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163" y="244386"/>
            <a:ext cx="8638310" cy="773923"/>
          </a:xfrm>
        </p:spPr>
        <p:txBody>
          <a:bodyPr/>
          <a:lstStyle/>
          <a:p>
            <a:r>
              <a:rPr lang="en-GB" sz="2000">
                <a:solidFill>
                  <a:schemeClr val="bg1">
                    <a:lumMod val="95000"/>
                  </a:schemeClr>
                </a:solidFill>
                <a:cs typeface="Arial"/>
              </a:rPr>
              <a:t>Questions and Next Steps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7DD4F-C659-73DB-4BEE-FE10CB6FA4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F9A2A7-9E3D-44C9-AA5C-CC50684E6DCB}" type="slidenum">
              <a:rPr kumimoji="0" lang="en-US" sz="686" b="0" i="0" u="none" strike="noStrike" kern="1200" cap="none" spc="0" normalizeH="0" baseline="0" noProof="0" smtClean="0">
                <a:ln>
                  <a:noFill/>
                </a:ln>
                <a:solidFill>
                  <a:srgbClr val="5F2861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067" b="0" i="0" u="none" strike="noStrike" kern="1200" cap="none" spc="0" normalizeH="0" baseline="0" noProof="0">
              <a:ln>
                <a:noFill/>
              </a:ln>
              <a:solidFill>
                <a:srgbClr val="6D2E69"/>
              </a:solidFill>
              <a:effectLst/>
              <a:uLnTx/>
              <a:uFillTx/>
              <a:latin typeface="Calibri" panose="020F0502020204030204" pitchFamily="34" charset="0"/>
              <a:ea typeface="ＭＳ Ｐゴシック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24FC84-351E-76D9-1394-9FCB077E9B24}"/>
              </a:ext>
            </a:extLst>
          </p:cNvPr>
          <p:cNvSpPr txBox="1"/>
          <p:nvPr/>
        </p:nvSpPr>
        <p:spPr>
          <a:xfrm>
            <a:off x="710536" y="1462227"/>
            <a:ext cx="10868890" cy="2400657"/>
          </a:xfrm>
          <a:prstGeom prst="rect">
            <a:avLst/>
          </a:prstGeom>
          <a:noFill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Questions?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400" b="0">
              <a:solidFill>
                <a:srgbClr val="000000"/>
              </a:solidFill>
              <a:latin typeface="Arial"/>
              <a:ea typeface="MS PGothi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Next steps: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[List the immediate next actions, owners and timescales.]</a:t>
            </a:r>
          </a:p>
        </p:txBody>
      </p:sp>
    </p:spTree>
    <p:extLst>
      <p:ext uri="{BB962C8B-B14F-4D97-AF65-F5344CB8AC3E}">
        <p14:creationId xmlns:p14="http://schemas.microsoft.com/office/powerpoint/2010/main" val="424247343"/>
      </p:ext>
    </p:extLst>
  </p:cSld>
  <p:clrMapOvr>
    <a:masterClrMapping/>
  </p:clrMapOvr>
  <p:extLst>
    <p:ext uri="{6950BFC3-D8DA-4A85-94F7-54DA5524770B}"/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8AF39-C4AD-6616-FB59-B4FA8371E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6EE060-04EC-3504-58B8-94A947290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601" y="209749"/>
            <a:ext cx="7437967" cy="906463"/>
          </a:xfrm>
        </p:spPr>
        <p:txBody>
          <a:bodyPr/>
          <a:lstStyle/>
          <a:p>
            <a:pPr lvl="0">
              <a:defRPr/>
            </a:pPr>
            <a:r>
              <a:rPr lang="en-GB">
                <a:solidFill>
                  <a:srgbClr val="FFFFFF"/>
                </a:solidFill>
              </a:rPr>
              <a:t>Architecture Principles</a:t>
            </a:r>
            <a:endParaRPr lang="en-GB">
              <a:solidFill>
                <a:srgbClr val="FFFFFF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8A8D7AF-0DA5-C49C-6A29-B389BCC13B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4410495"/>
              </p:ext>
            </p:extLst>
          </p:nvPr>
        </p:nvGraphicFramePr>
        <p:xfrm>
          <a:off x="65170" y="1260001"/>
          <a:ext cx="11572648" cy="505753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000000">
                  <a:extLst>
                    <a:ext uri="{9D8B030D-6E8A-4147-A177-3AD203B41FA5}">
                      <a16:colId xmlns:a16="http://schemas.microsoft.com/office/drawing/2014/main" val="3049460607"/>
                    </a:ext>
                  </a:extLst>
                </a:gridCol>
                <a:gridCol w="7572648">
                  <a:extLst>
                    <a:ext uri="{9D8B030D-6E8A-4147-A177-3AD203B41FA5}">
                      <a16:colId xmlns:a16="http://schemas.microsoft.com/office/drawing/2014/main" val="3627008682"/>
                    </a:ext>
                  </a:extLst>
                </a:gridCol>
              </a:tblGrid>
              <a:tr h="693917">
                <a:tc>
                  <a:txBody>
                    <a:bodyPr/>
                    <a:lstStyle/>
                    <a:p>
                      <a:r>
                        <a:rPr lang="en-GB" sz="1200">
                          <a:latin typeface="+mj-lt"/>
                        </a:rPr>
                        <a:t>Principle</a:t>
                      </a:r>
                    </a:p>
                  </a:txBody>
                  <a:tcPr>
                    <a:solidFill>
                      <a:srgbClr val="5F28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latin typeface="+mj-lt"/>
                        </a:rPr>
                        <a:t>Rationale &amp; Implication</a:t>
                      </a:r>
                    </a:p>
                  </a:txBody>
                  <a:tcPr>
                    <a:solidFill>
                      <a:srgbClr val="5F28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963424"/>
                  </a:ext>
                </a:extLst>
              </a:tr>
              <a:tr h="3798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Security and compliance by design</a:t>
                      </a:r>
                    </a:p>
                  </a:txBody>
                  <a:tcPr marL="4763" marR="4763" marT="4763" marB="0"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kern="100">
                          <a:latin typeface="+mj-lt"/>
                          <a:ea typeface="Calibri"/>
                          <a:cs typeface="Calibri"/>
                        </a:rPr>
                        <a:t>Solutions must meet CQC security, data protection and statutory retention obligations from the outset.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>
                    <a:solidFill>
                      <a:srgbClr val="2D2D8A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553952"/>
                  </a:ext>
                </a:extLst>
              </a:tr>
              <a:tr h="349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Reuse before buy, buy before build</a:t>
                      </a:r>
                    </a:p>
                  </a:txBody>
                  <a:tcPr marL="4763" marR="4763" marT="4763" marB="0"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00">
                          <a:latin typeface="+mj-lt"/>
                          <a:ea typeface="Calibri"/>
                          <a:cs typeface="Calibri"/>
                        </a:rPr>
                        <a:t>Prefer existing CQC platforms and commercial arrangements before introducing new technology.</a:t>
                      </a:r>
                    </a:p>
                    <a:p>
                      <a:pPr algn="just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>
                    <a:solidFill>
                      <a:srgbClr val="2D2D8A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626397"/>
                  </a:ext>
                </a:extLst>
              </a:tr>
              <a:tr h="4339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Cloud first</a:t>
                      </a:r>
                    </a:p>
                  </a:txBody>
                  <a:tcPr marL="4763" marR="4763" marT="4763" marB="0"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">
                        <a:buNone/>
                      </a:pPr>
                      <a:r>
                        <a:rPr lang="en-GB" sz="1200" kern="100">
                          <a:latin typeface="+mj-lt"/>
                          <a:ea typeface="Calibri"/>
                          <a:cs typeface="Calibri"/>
                        </a:rPr>
                        <a:t>Host within the CQC Azure environment under standard governance unless there is a clear reason not to.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>
                    <a:solidFill>
                      <a:srgbClr val="2D2D8A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638589"/>
                  </a:ext>
                </a:extLst>
              </a:tr>
              <a:tr h="3800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Data under CQC ownership and control</a:t>
                      </a:r>
                    </a:p>
                  </a:txBody>
                  <a:tcPr marL="4763" marR="4763" marT="4763" marB="0"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00">
                          <a:latin typeface="+mj-lt"/>
                          <a:ea typeface="Calibri"/>
                          <a:cs typeface="Calibri"/>
                        </a:rPr>
                        <a:t>Maintain governance, auditability and data sovereignty, and avoid supplier lock in.</a:t>
                      </a:r>
                    </a:p>
                    <a:p>
                      <a:pPr algn="just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>
                    <a:solidFill>
                      <a:srgbClr val="2D2D8A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922575"/>
                  </a:ext>
                </a:extLst>
              </a:tr>
              <a:tr h="4918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Supportability</a:t>
                      </a:r>
                    </a:p>
                  </a:txBody>
                  <a:tcPr marL="4763" marR="4763" marT="4763" marB="0"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00">
                          <a:latin typeface="+mj-lt"/>
                          <a:ea typeface="Calibri"/>
                          <a:cs typeface="Calibri"/>
                        </a:rPr>
                        <a:t>Run only supported software with a clear lifecycle and a defined patching path.</a:t>
                      </a:r>
                    </a:p>
                    <a:p>
                      <a:pPr algn="just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>
                    <a:solidFill>
                      <a:srgbClr val="2D2D8A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659843"/>
                  </a:ext>
                </a:extLst>
              </a:tr>
              <a:tr h="4339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[Principle]</a:t>
                      </a:r>
                    </a:p>
                  </a:txBody>
                  <a:tcPr marL="4763" marR="4763" marT="4763" marB="0"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00">
                          <a:latin typeface="+mj-lt"/>
                          <a:ea typeface="Calibri"/>
                          <a:cs typeface="Calibri"/>
                        </a:rPr>
                        <a:t>[Rationale, and what it implies for design.]</a:t>
                      </a:r>
                    </a:p>
                    <a:p>
                      <a:pPr algn="just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>
                    <a:solidFill>
                      <a:srgbClr val="2D2D8A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70395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1167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8840793" y="6201265"/>
            <a:ext cx="2540000" cy="4572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8304A4-4CDA-4F03-8C76-8F6EC50311CB}" type="slidenum">
              <a:rPr kumimoji="0" lang="en-US" altLang="en-US" sz="9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6D2E69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63601" y="209749"/>
            <a:ext cx="7437967" cy="906463"/>
          </a:xfrm>
        </p:spPr>
        <p:txBody>
          <a:bodyPr/>
          <a:lstStyle/>
          <a:p>
            <a:pPr lvl="0">
              <a:defRPr/>
            </a:pPr>
            <a:r>
              <a:rPr lang="en-GB">
                <a:solidFill>
                  <a:srgbClr val="FFFFFF"/>
                </a:solidFill>
              </a:rPr>
              <a:t>Executive Summary &amp; Vision Statement</a:t>
            </a:r>
            <a:endParaRPr lang="en-GB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DC7336-6350-6FCE-EFF7-ECF470305BFE}"/>
              </a:ext>
            </a:extLst>
          </p:cNvPr>
          <p:cNvSpPr txBox="1"/>
          <p:nvPr/>
        </p:nvSpPr>
        <p:spPr bwMode="auto">
          <a:xfrm>
            <a:off x="289711" y="1267485"/>
            <a:ext cx="11298725" cy="3447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Vision statement: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[In one or two sentences, describe the future state capability and the outcome it enables, for example: provide a secure, supported and cost effective platform for X that meets statutory obligations.]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400" b="0">
              <a:solidFill>
                <a:srgbClr val="000000"/>
              </a:solidFill>
              <a:latin typeface="Arial"/>
              <a:ea typeface="MS PGothi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In summary: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[What is changing, and why it matters now.]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[The expected benefit to CQC and to people who use services.]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[The recommended option at a glance.]</a:t>
            </a:r>
          </a:p>
        </p:txBody>
      </p:sp>
    </p:spTree>
    <p:extLst>
      <p:ext uri="{BB962C8B-B14F-4D97-AF65-F5344CB8AC3E}">
        <p14:creationId xmlns:p14="http://schemas.microsoft.com/office/powerpoint/2010/main" val="38788937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8840793" y="6201265"/>
            <a:ext cx="2540000" cy="4572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8304A4-4CDA-4F03-8C76-8F6EC50311CB}" type="slidenum">
              <a:rPr kumimoji="0" lang="en-US" altLang="en-US" sz="9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6D2E69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63601" y="209749"/>
            <a:ext cx="7437967" cy="906463"/>
          </a:xfrm>
        </p:spPr>
        <p:txBody>
          <a:bodyPr/>
          <a:lstStyle/>
          <a:p>
            <a:pPr lvl="0">
              <a:defRPr/>
            </a:pPr>
            <a:r>
              <a:rPr lang="en-GB">
                <a:solidFill>
                  <a:srgbClr val="FFFFFF"/>
                </a:solidFill>
              </a:rPr>
              <a:t>Business Context &amp; Drivers</a:t>
            </a:r>
            <a:endParaRPr lang="en-GB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DC7336-6350-6FCE-EFF7-ECF470305BFE}"/>
              </a:ext>
            </a:extLst>
          </p:cNvPr>
          <p:cNvSpPr txBox="1"/>
          <p:nvPr/>
        </p:nvSpPr>
        <p:spPr bwMode="auto">
          <a:xfrm>
            <a:off x="289711" y="1267485"/>
            <a:ext cx="11298725" cy="3447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Background: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[Summarise the current situation and how it arose.]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400" b="0">
              <a:solidFill>
                <a:srgbClr val="000000"/>
              </a:solidFill>
              <a:latin typeface="Arial"/>
              <a:ea typeface="MS PGothi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Drivers for change: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[Regulatory, security, compliance or statutory driver.]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[Cost, end of support or operational risk driver.]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[Strategic alignment, for example cloud first or the recovery and transformation programme.]</a:t>
            </a:r>
          </a:p>
        </p:txBody>
      </p:sp>
    </p:spTree>
    <p:extLst>
      <p:ext uri="{BB962C8B-B14F-4D97-AF65-F5344CB8AC3E}">
        <p14:creationId xmlns:p14="http://schemas.microsoft.com/office/powerpoint/2010/main" val="38788937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8840793" y="6201265"/>
            <a:ext cx="2540000" cy="4572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8304A4-4CDA-4F03-8C76-8F6EC50311CB}" type="slidenum">
              <a:rPr kumimoji="0" lang="en-US" altLang="en-US" sz="9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6D2E69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63601" y="209749"/>
            <a:ext cx="7437967" cy="906463"/>
          </a:xfrm>
        </p:spPr>
        <p:txBody>
          <a:bodyPr/>
          <a:lstStyle/>
          <a:p>
            <a:pPr lvl="0">
              <a:defRPr/>
            </a:pPr>
            <a:r>
              <a:rPr lang="en-GB">
                <a:solidFill>
                  <a:srgbClr val="FFFFFF"/>
                </a:solidFill>
              </a:rPr>
              <a:t>Scope, Assumptions &amp; Dependencies</a:t>
            </a:r>
            <a:endParaRPr lang="en-GB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DC7336-6350-6FCE-EFF7-ECF470305BFE}"/>
              </a:ext>
            </a:extLst>
          </p:cNvPr>
          <p:cNvSpPr txBox="1"/>
          <p:nvPr/>
        </p:nvSpPr>
        <p:spPr bwMode="auto">
          <a:xfrm>
            <a:off x="289711" y="1267485"/>
            <a:ext cx="11298725" cy="3447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In scope: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[Capabilities, systems or services covered by this vision.]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400" b="0">
              <a:solidFill>
                <a:srgbClr val="000000"/>
              </a:solidFill>
              <a:latin typeface="Arial"/>
              <a:ea typeface="MS PGothi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Out of scope: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[What is explicitly excluded, to manage expectations.]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400" b="0">
              <a:solidFill>
                <a:srgbClr val="000000"/>
              </a:solidFill>
              <a:latin typeface="Arial"/>
              <a:ea typeface="MS PGothi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Assumptions: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[Key assumptions the vision relies on.]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400" b="0">
              <a:solidFill>
                <a:srgbClr val="000000"/>
              </a:solidFill>
              <a:latin typeface="Arial"/>
              <a:ea typeface="MS PGothi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Dependencies: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[Other programmes, teams or decisions this depends on.]</a:t>
            </a:r>
          </a:p>
        </p:txBody>
      </p:sp>
    </p:spTree>
    <p:extLst>
      <p:ext uri="{BB962C8B-B14F-4D97-AF65-F5344CB8AC3E}">
        <p14:creationId xmlns:p14="http://schemas.microsoft.com/office/powerpoint/2010/main" val="38788937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8840793" y="6201265"/>
            <a:ext cx="2540000" cy="4572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8304A4-4CDA-4F03-8C76-8F6EC50311CB}" type="slidenum">
              <a:rPr kumimoji="0" lang="en-US" altLang="en-US" sz="9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6D2E69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63601" y="209749"/>
            <a:ext cx="7437967" cy="906463"/>
          </a:xfrm>
        </p:spPr>
        <p:txBody>
          <a:bodyPr/>
          <a:lstStyle/>
          <a:p>
            <a:pPr lvl="0">
              <a:defRPr/>
            </a:pPr>
            <a:r>
              <a:rPr lang="en-GB">
                <a:solidFill>
                  <a:srgbClr val="FFFFFF"/>
                </a:solidFill>
              </a:rPr>
              <a:t>Baseline Architecture (As-Is)</a:t>
            </a:r>
            <a:endParaRPr lang="en-GB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DC7336-6350-6FCE-EFF7-ECF470305BFE}"/>
              </a:ext>
            </a:extLst>
          </p:cNvPr>
          <p:cNvSpPr txBox="1"/>
          <p:nvPr/>
        </p:nvSpPr>
        <p:spPr bwMode="auto">
          <a:xfrm>
            <a:off x="289711" y="1267485"/>
            <a:ext cx="11298725" cy="3447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Current state summary: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[Describe the systems, platforms and integrations in place today.]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[Note their support and lifecycle status, and any known constraints.]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400" b="0">
              <a:solidFill>
                <a:srgbClr val="000000"/>
              </a:solidFill>
              <a:latin typeface="Arial"/>
              <a:ea typeface="MS PGothi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Key issues with the baseline: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[Risks, gaps or limitations driving the need for change.]</a:t>
            </a:r>
          </a:p>
        </p:txBody>
      </p:sp>
    </p:spTree>
    <p:extLst>
      <p:ext uri="{BB962C8B-B14F-4D97-AF65-F5344CB8AC3E}">
        <p14:creationId xmlns:p14="http://schemas.microsoft.com/office/powerpoint/2010/main" val="38788937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8840793" y="6201265"/>
            <a:ext cx="2540000" cy="4572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8304A4-4CDA-4F03-8C76-8F6EC50311CB}" type="slidenum">
              <a:rPr kumimoji="0" lang="en-US" altLang="en-US" sz="9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6D2E69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63601" y="209749"/>
            <a:ext cx="7437967" cy="906463"/>
          </a:xfrm>
        </p:spPr>
        <p:txBody>
          <a:bodyPr/>
          <a:lstStyle/>
          <a:p>
            <a:pPr lvl="0">
              <a:defRPr/>
            </a:pPr>
            <a:r>
              <a:rPr lang="en-GB">
                <a:solidFill>
                  <a:srgbClr val="FFFFFF"/>
                </a:solidFill>
              </a:rPr>
              <a:t>Target Architecture (To-Be)</a:t>
            </a:r>
            <a:endParaRPr lang="en-GB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DC7336-6350-6FCE-EFF7-ECF470305BFE}"/>
              </a:ext>
            </a:extLst>
          </p:cNvPr>
          <p:cNvSpPr txBox="1"/>
          <p:nvPr/>
        </p:nvSpPr>
        <p:spPr bwMode="auto">
          <a:xfrm>
            <a:off x="289711" y="1267485"/>
            <a:ext cx="11298725" cy="3447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Target state summary: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[Describe the future state capability and the major building blocks.]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[Reference the platforms and services that will deliver it.]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400" b="0">
              <a:solidFill>
                <a:srgbClr val="000000"/>
              </a:solidFill>
              <a:latin typeface="Arial"/>
              <a:ea typeface="MS PGothi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Key characteristics: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[Supportability, security, scalability and cost position.]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[How it aligns with CQC enterprise architecture and the roadmap.]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400" b="0">
              <a:solidFill>
                <a:srgbClr val="000000"/>
              </a:solidFill>
              <a:latin typeface="Arial"/>
              <a:ea typeface="MS PGothi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Diagram: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[Insert a high level logical architecture diagram here.]</a:t>
            </a:r>
          </a:p>
        </p:txBody>
      </p:sp>
    </p:spTree>
    <p:extLst>
      <p:ext uri="{BB962C8B-B14F-4D97-AF65-F5344CB8AC3E}">
        <p14:creationId xmlns:p14="http://schemas.microsoft.com/office/powerpoint/2010/main" val="38788937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8840793" y="6201265"/>
            <a:ext cx="2540000" cy="4572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8304A4-4CDA-4F03-8C76-8F6EC50311CB}" type="slidenum">
              <a:rPr kumimoji="0" lang="en-US" altLang="en-US" sz="9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6D2E69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63601" y="209749"/>
            <a:ext cx="7437967" cy="906463"/>
          </a:xfrm>
        </p:spPr>
        <p:txBody>
          <a:bodyPr/>
          <a:lstStyle/>
          <a:p>
            <a:pPr lvl="0">
              <a:defRPr/>
            </a:pPr>
            <a:r>
              <a:rPr lang="en-GB">
                <a:solidFill>
                  <a:srgbClr val="FFFFFF"/>
                </a:solidFill>
              </a:rPr>
              <a:t>Value Proposition &amp; Business Benefits</a:t>
            </a:r>
            <a:endParaRPr lang="en-GB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DC7336-6350-6FCE-EFF7-ECF470305BFE}"/>
              </a:ext>
            </a:extLst>
          </p:cNvPr>
          <p:cNvSpPr txBox="1"/>
          <p:nvPr/>
        </p:nvSpPr>
        <p:spPr bwMode="auto">
          <a:xfrm>
            <a:off x="289711" y="1267485"/>
            <a:ext cx="11298725" cy="3447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Value proposition: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[The core reason this vision is worth pursuing, in business terms.]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400" b="0">
              <a:solidFill>
                <a:srgbClr val="000000"/>
              </a:solidFill>
              <a:latin typeface="Arial"/>
              <a:ea typeface="MS PGothi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Expected benefits: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Cost: [for example reduced hosting, licensing or operational cost.]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Risk: [for example reduced security, compliance or continuity risk.]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Capability: [for example improved supportability, performance or user experience.]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400" b="0">
              <a:solidFill>
                <a:srgbClr val="000000"/>
              </a:solidFill>
              <a:latin typeface="Arial"/>
              <a:ea typeface="MS PGothi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Measures of success: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[How the benefit will be evidenced or measured.]</a:t>
            </a:r>
          </a:p>
        </p:txBody>
      </p:sp>
    </p:spTree>
    <p:extLst>
      <p:ext uri="{BB962C8B-B14F-4D97-AF65-F5344CB8AC3E}">
        <p14:creationId xmlns:p14="http://schemas.microsoft.com/office/powerpoint/2010/main" val="38788937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8840793" y="6201265"/>
            <a:ext cx="2540000" cy="4572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8304A4-4CDA-4F03-8C76-8F6EC50311CB}" type="slidenum">
              <a:rPr kumimoji="0" lang="en-US" altLang="en-US" sz="9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6D2E69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63601" y="209749"/>
            <a:ext cx="7437967" cy="906463"/>
          </a:xfrm>
        </p:spPr>
        <p:txBody>
          <a:bodyPr/>
          <a:lstStyle/>
          <a:p>
            <a:pPr lvl="0">
              <a:defRPr/>
            </a:pPr>
            <a:r>
              <a:rPr lang="en-GB">
                <a:solidFill>
                  <a:srgbClr val="FFFFFF"/>
                </a:solidFill>
              </a:rPr>
              <a:t>Risks, Assumptions, Issues &amp; Dependencies (RAID)</a:t>
            </a:r>
            <a:endParaRPr lang="en-GB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DC7336-6350-6FCE-EFF7-ECF470305BFE}"/>
              </a:ext>
            </a:extLst>
          </p:cNvPr>
          <p:cNvSpPr txBox="1"/>
          <p:nvPr/>
        </p:nvSpPr>
        <p:spPr bwMode="auto">
          <a:xfrm>
            <a:off x="289711" y="1267485"/>
            <a:ext cx="11298725" cy="3447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Risks: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[Risk, with likelihood, impact and proposed mitigation.]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400" b="0">
              <a:solidFill>
                <a:srgbClr val="000000"/>
              </a:solidFill>
              <a:latin typeface="Arial"/>
              <a:ea typeface="MS PGothi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Assumptions: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[Assumption to be validated.]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400" b="0">
              <a:solidFill>
                <a:srgbClr val="000000"/>
              </a:solidFill>
              <a:latin typeface="Arial"/>
              <a:ea typeface="MS PGothi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Issues: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[Known issue requiring resolution.]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400" b="0">
              <a:solidFill>
                <a:srgbClr val="000000"/>
              </a:solidFill>
              <a:latin typeface="Arial"/>
              <a:ea typeface="MS PGothi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Dependencies: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[Dependency on another team, system or decision.]</a:t>
            </a:r>
          </a:p>
        </p:txBody>
      </p:sp>
    </p:spTree>
    <p:extLst>
      <p:ext uri="{BB962C8B-B14F-4D97-AF65-F5344CB8AC3E}">
        <p14:creationId xmlns:p14="http://schemas.microsoft.com/office/powerpoint/2010/main" val="38788937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8840793" y="6201265"/>
            <a:ext cx="2540000" cy="4572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8304A4-4CDA-4F03-8C76-8F6EC50311CB}" type="slidenum">
              <a:rPr kumimoji="0" lang="en-US" altLang="en-US" sz="9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6D2E69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63601" y="209749"/>
            <a:ext cx="7437967" cy="906463"/>
          </a:xfrm>
        </p:spPr>
        <p:txBody>
          <a:bodyPr/>
          <a:lstStyle/>
          <a:p>
            <a:pPr lvl="0">
              <a:defRPr/>
            </a:pPr>
            <a:r>
              <a:rPr lang="en-GB">
                <a:solidFill>
                  <a:srgbClr val="FFFFFF"/>
                </a:solidFill>
              </a:rPr>
              <a:t>Indicative Roadmap &amp; Recommendation</a:t>
            </a:r>
            <a:endParaRPr lang="en-GB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DC7336-6350-6FCE-EFF7-ECF470305BFE}"/>
              </a:ext>
            </a:extLst>
          </p:cNvPr>
          <p:cNvSpPr txBox="1"/>
          <p:nvPr/>
        </p:nvSpPr>
        <p:spPr bwMode="auto">
          <a:xfrm>
            <a:off x="289711" y="1267485"/>
            <a:ext cx="11298725" cy="3447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Indicative roadmap: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Phase 1: [Discovery and design (HLD and LLD).]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Phase 2: [Build and test.]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Phase 3: [Deploy, transition to service and decommission legacy.]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400" b="0">
              <a:solidFill>
                <a:srgbClr val="000000"/>
              </a:solidFill>
              <a:latin typeface="Arial"/>
              <a:ea typeface="MS PGothi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Recommendation: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[Restate the recommended direction and the decision the Board is asked to make.]</a:t>
            </a:r>
          </a:p>
        </p:txBody>
      </p:sp>
    </p:spTree>
    <p:extLst>
      <p:ext uri="{BB962C8B-B14F-4D97-AF65-F5344CB8AC3E}">
        <p14:creationId xmlns:p14="http://schemas.microsoft.com/office/powerpoint/2010/main" val="38788937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F4251-BAD0-FE33-D1D3-3EB7CC59E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FFFFFF"/>
                </a:solidFill>
              </a:rPr>
              <a:t>Stakeholders &amp; Concerns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DA3DA-3035-CFBF-A311-2B83E8CDE1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F9A2A7-9E3D-44C9-AA5C-CC50684E6DCB}" type="slidenum">
              <a:rPr kumimoji="0" lang="en-US" sz="686" b="0" i="0" u="none" strike="noStrike" kern="1200" cap="none" spc="0" normalizeH="0" baseline="0" noProof="0" smtClean="0">
                <a:ln>
                  <a:noFill/>
                </a:ln>
                <a:solidFill>
                  <a:srgbClr val="5F2861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067" b="0" i="0" u="none" strike="noStrike" kern="1200" cap="none" spc="0" normalizeH="0" baseline="0" noProof="0">
              <a:ln>
                <a:noFill/>
              </a:ln>
              <a:solidFill>
                <a:srgbClr val="6D2E69"/>
              </a:solidFill>
              <a:effectLst/>
              <a:uLnTx/>
              <a:uFillTx/>
              <a:latin typeface="Calibri" panose="020F0502020204030204" pitchFamily="34" charset="0"/>
              <a:ea typeface="ＭＳ Ｐゴシック"/>
              <a:cs typeface="Calibri" panose="020F0502020204030204" pitchFamily="34" charset="0"/>
            </a:endParaRP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5FF9AB7F-C4B7-65DC-B07E-2DE90851C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123206"/>
              </p:ext>
            </p:extLst>
          </p:nvPr>
        </p:nvGraphicFramePr>
        <p:xfrm>
          <a:off x="680721" y="1260001"/>
          <a:ext cx="10942319" cy="2156779"/>
        </p:xfrm>
        <a:graphic>
          <a:graphicData uri="http://schemas.openxmlformats.org/drawingml/2006/table">
            <a:tbl>
              <a:tblPr firstRow="1" bandRow="1"/>
              <a:tblGrid>
                <a:gridCol w="2300000">
                  <a:extLst>
                    <a:ext uri="{9D8B030D-6E8A-4147-A177-3AD203B41FA5}">
                      <a16:colId xmlns:a16="http://schemas.microsoft.com/office/drawing/2014/main" val="3000999346"/>
                    </a:ext>
                  </a:extLst>
                </a:gridCol>
                <a:gridCol w="2300000">
                  <a:extLst>
                    <a:ext uri="{9D8B030D-6E8A-4147-A177-3AD203B41FA5}">
                      <a16:colId xmlns:a16="http://schemas.microsoft.com/office/drawing/2014/main" val="2713426179"/>
                    </a:ext>
                  </a:extLst>
                </a:gridCol>
                <a:gridCol w="3300000">
                  <a:extLst>
                    <a:ext uri="{9D8B030D-6E8A-4147-A177-3AD203B41FA5}">
                      <a16:colId xmlns:a16="http://schemas.microsoft.com/office/drawing/2014/main" val="3670390591"/>
                    </a:ext>
                  </a:extLst>
                </a:gridCol>
                <a:gridCol w="3042319">
                  <a:extLst>
                    <a:ext uri="{9D8B030D-6E8A-4147-A177-3AD203B41FA5}">
                      <a16:colId xmlns:a16="http://schemas.microsoft.com/office/drawing/2014/main" val="3673877109"/>
                    </a:ext>
                  </a:extLst>
                </a:gridCol>
              </a:tblGrid>
              <a:tr h="264929"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Stakeholder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2861"/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Role / Group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2861"/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Key Concerns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2861"/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Engagement Approach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28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7468962"/>
                  </a:ext>
                </a:extLst>
              </a:tr>
              <a:tr h="308034"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[Stakeholder name]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[Role / group]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[Key concern]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433062"/>
                  </a:ext>
                </a:extLst>
              </a:tr>
              <a:tr h="299367"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638868"/>
                  </a:ext>
                </a:extLst>
              </a:tr>
              <a:tr h="264929"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269386"/>
                  </a:ext>
                </a:extLst>
              </a:tr>
              <a:tr h="244342"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785575"/>
                  </a:ext>
                </a:extLst>
              </a:tr>
              <a:tr h="244342"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740513"/>
                  </a:ext>
                </a:extLst>
              </a:tr>
              <a:tr h="244342"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064607"/>
                  </a:ext>
                </a:extLst>
              </a:tr>
              <a:tr h="244342"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941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84662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F4251-BAD0-FE33-D1D3-3EB7CC59E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FFFFFF"/>
                </a:solidFill>
              </a:rPr>
              <a:t>Capability Gap Analysis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DA3DA-3035-CFBF-A311-2B83E8CDE1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F9A2A7-9E3D-44C9-AA5C-CC50684E6DCB}" type="slidenum">
              <a:rPr kumimoji="0" lang="en-US" sz="686" b="0" i="0" u="none" strike="noStrike" kern="1200" cap="none" spc="0" normalizeH="0" baseline="0" noProof="0" smtClean="0">
                <a:ln>
                  <a:noFill/>
                </a:ln>
                <a:solidFill>
                  <a:srgbClr val="5F2861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067" b="0" i="0" u="none" strike="noStrike" kern="1200" cap="none" spc="0" normalizeH="0" baseline="0" noProof="0">
              <a:ln>
                <a:noFill/>
              </a:ln>
              <a:solidFill>
                <a:srgbClr val="6D2E69"/>
              </a:solidFill>
              <a:effectLst/>
              <a:uLnTx/>
              <a:uFillTx/>
              <a:latin typeface="Calibri" panose="020F0502020204030204" pitchFamily="34" charset="0"/>
              <a:ea typeface="ＭＳ Ｐゴシック"/>
              <a:cs typeface="Calibri" panose="020F0502020204030204" pitchFamily="34" charset="0"/>
            </a:endParaRP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5FF9AB7F-C4B7-65DC-B07E-2DE90851C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123206"/>
              </p:ext>
            </p:extLst>
          </p:nvPr>
        </p:nvGraphicFramePr>
        <p:xfrm>
          <a:off x="680721" y="1260001"/>
          <a:ext cx="10942319" cy="2156779"/>
        </p:xfrm>
        <a:graphic>
          <a:graphicData uri="http://schemas.openxmlformats.org/drawingml/2006/table">
            <a:tbl>
              <a:tblPr firstRow="1" bandRow="1"/>
              <a:tblGrid>
                <a:gridCol w="2600000">
                  <a:extLst>
                    <a:ext uri="{9D8B030D-6E8A-4147-A177-3AD203B41FA5}">
                      <a16:colId xmlns:a16="http://schemas.microsoft.com/office/drawing/2014/main" val="3000999346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713426179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3670390591"/>
                    </a:ext>
                  </a:extLst>
                </a:gridCol>
                <a:gridCol w="2942319">
                  <a:extLst>
                    <a:ext uri="{9D8B030D-6E8A-4147-A177-3AD203B41FA5}">
                      <a16:colId xmlns:a16="http://schemas.microsoft.com/office/drawing/2014/main" val="3673877109"/>
                    </a:ext>
                  </a:extLst>
                </a:gridCol>
              </a:tblGrid>
              <a:tr h="264929"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Capability / Domain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2861"/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Baseline (As-Is)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2861"/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Target (To-Be)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2861"/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Required Change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28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7468962"/>
                  </a:ext>
                </a:extLst>
              </a:tr>
              <a:tr h="308034"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[Capability]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[Current position]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[Target position]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433062"/>
                  </a:ext>
                </a:extLst>
              </a:tr>
              <a:tr h="299367"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638868"/>
                  </a:ext>
                </a:extLst>
              </a:tr>
              <a:tr h="264929"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269386"/>
                  </a:ext>
                </a:extLst>
              </a:tr>
              <a:tr h="244342"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785575"/>
                  </a:ext>
                </a:extLst>
              </a:tr>
              <a:tr h="244342"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740513"/>
                  </a:ext>
                </a:extLst>
              </a:tr>
              <a:tr h="244342"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064607"/>
                  </a:ext>
                </a:extLst>
              </a:tr>
              <a:tr h="244342"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941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8466237"/>
      </p:ext>
    </p:extLst>
  </p:cSld>
  <p:clrMapOvr>
    <a:masterClrMapping/>
  </p:clrMapOvr>
</p:sld>
</file>

<file path=ppt/theme/theme1.xml><?xml version="1.0" encoding="utf-8"?>
<a:theme xmlns:a="http://schemas.openxmlformats.org/drawingml/2006/main" name="GDS style presentation template (letterbox version)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5384C888-AC54-45D8-8A09-45E34B9E2D03}" vid="{0CD51092-7938-41E1-8020-29856681787F}"/>
    </a:ext>
  </a:extLst>
</a:theme>
</file>

<file path=ppt/theme/theme2.xml><?xml version="1.0" encoding="utf-8"?>
<a:theme xmlns:a="http://schemas.openxmlformats.org/drawingml/2006/main" name="4_20205_CQC_Template">
  <a:themeElements>
    <a:clrScheme name="20205_CQC_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0205_CQC_Template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alpha val="0"/>
          </a:schemeClr>
        </a:solidFill>
        <a:ln w="31750" cap="flat" cmpd="sng" algn="ctr">
          <a:solidFill>
            <a:srgbClr val="9966FF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ヒラギノ角ゴ Pro W3" pitchFamily="-16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ヒラギノ角ゴ Pro W3" pitchFamily="-16" charset="-128"/>
          </a:defRPr>
        </a:defPPr>
      </a:lstStyle>
    </a:lnDef>
  </a:objectDefaults>
  <a:extraClrSchemeLst>
    <a:extraClrScheme>
      <a:clrScheme name="20205_CQC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05_CQC_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05_CQC_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05_CQC_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05_CQC_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05_CQC_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205_CQC_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205_CQC_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205_CQC_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205_CQC_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205_CQC_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205_CQC_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5_20205_CQC_Template">
  <a:themeElements>
    <a:clrScheme name="20205_CQC_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0205_CQC_Template">
      <a:majorFont>
        <a:latin typeface="Arial"/>
        <a:ea typeface="MS PGothic"/>
        <a:cs typeface=""/>
      </a:majorFont>
      <a:minorFont>
        <a:latin typeface="Arial"/>
        <a:ea typeface="MS PGothi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ヒラギノ角ゴ Pro W3" pitchFamily="-16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ヒラギノ角ゴ Pro W3" pitchFamily="-16" charset="-128"/>
          </a:defRPr>
        </a:defPPr>
      </a:lst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algn="l" defTabSz="914400">
          <a:defRPr sz="1600" kern="0" dirty="0"/>
        </a:defPPr>
      </a:lstStyle>
    </a:txDef>
  </a:objectDefaults>
  <a:extraClrSchemeLst>
    <a:extraClrScheme>
      <a:clrScheme name="20205_CQC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05_CQC_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05_CQC_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05_CQC_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05_CQC_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05_CQC_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205_CQC_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205_CQC_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205_CQC_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205_CQC_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205_CQC_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205_CQC_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b0eecd4-aba3-40f3-8b86-bc57d5fd18ad">
      <Terms xmlns="http://schemas.microsoft.com/office/infopath/2007/PartnerControls"/>
    </lcf76f155ced4ddcb4097134ff3c332f>
    <TaxCatchAll xmlns="dbfe5f8b-f59e-45cf-99cb-d4e7f58164d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2579998B4ADA94FA9434ABBD8B47A21" ma:contentTypeVersion="15" ma:contentTypeDescription="Create a new document." ma:contentTypeScope="" ma:versionID="fcffa19096216a686974b623c6f3f213">
  <xsd:schema xmlns:xsd="http://www.w3.org/2001/XMLSchema" xmlns:xs="http://www.w3.org/2001/XMLSchema" xmlns:p="http://schemas.microsoft.com/office/2006/metadata/properties" xmlns:ns2="eb0eecd4-aba3-40f3-8b86-bc57d5fd18ad" xmlns:ns3="dbfe5f8b-f59e-45cf-99cb-d4e7f58164db" targetNamespace="http://schemas.microsoft.com/office/2006/metadata/properties" ma:root="true" ma:fieldsID="caf34c495af22cd99c484bdae5a5be2b" ns2:_="" ns3:_="">
    <xsd:import namespace="eb0eecd4-aba3-40f3-8b86-bc57d5fd18ad"/>
    <xsd:import namespace="dbfe5f8b-f59e-45cf-99cb-d4e7f58164d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0eecd4-aba3-40f3-8b86-bc57d5fd18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8df9d8e5-705b-4129-800a-08ca17c575e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fe5f8b-f59e-45cf-99cb-d4e7f58164d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6ba0c095-1585-407c-8912-0c9a5b85461b}" ma:internalName="TaxCatchAll" ma:showField="CatchAllData" ma:web="dbfe5f8b-f59e-45cf-99cb-d4e7f58164d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39F88FE-CC7A-42BF-8A19-8912D182318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949FD7F-F664-493C-BB4A-F9CEFE39A547}">
  <ds:schemaRefs>
    <ds:schemaRef ds:uri="dbfe5f8b-f59e-45cf-99cb-d4e7f58164db"/>
    <ds:schemaRef ds:uri="eb0eecd4-aba3-40f3-8b86-bc57d5fd18a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7343009-74F6-4A54-A692-A3D436EF4730}">
  <ds:schemaRefs>
    <ds:schemaRef ds:uri="dbfe5f8b-f59e-45cf-99cb-d4e7f58164db"/>
    <ds:schemaRef ds:uri="eb0eecd4-aba3-40f3-8b86-bc57d5fd18a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2753</Words>
  <Application>Microsoft Office PowerPoint</Application>
  <PresentationFormat>Widescreen</PresentationFormat>
  <Paragraphs>253</Paragraphs>
  <Slides>16</Slides>
  <Notes>1</Notes>
  <HiddenSlides>7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Arial</vt:lpstr>
      <vt:lpstr>Calibri</vt:lpstr>
      <vt:lpstr>Courier New</vt:lpstr>
      <vt:lpstr>Wingdings</vt:lpstr>
      <vt:lpstr>Wingdings 2</vt:lpstr>
      <vt:lpstr>GDS style presentation template (letterbox version)</vt:lpstr>
      <vt:lpstr>4_20205_CQC_Template</vt:lpstr>
      <vt:lpstr>5_20205_CQC_Template</vt:lpstr>
      <vt:lpstr> CQC Architecture Governance  Architecture Options Paper  Red Hat OS Upgrade (MuleSoft)  </vt:lpstr>
      <vt:lpstr>Version Control</vt:lpstr>
      <vt:lpstr>Architecture Assurance – Review</vt:lpstr>
      <vt:lpstr>Purpose &amp; Decision Sought</vt:lpstr>
      <vt:lpstr>Background  </vt:lpstr>
      <vt:lpstr>Options Analysis &amp; Recommendation  </vt:lpstr>
      <vt:lpstr>Option 1 – Do Nothing – Continue to run Red Hat 6.2</vt:lpstr>
      <vt:lpstr>Option 2 – Upgrade to Red Hat 9</vt:lpstr>
      <vt:lpstr>Questions and Next Steps</vt:lpstr>
      <vt:lpstr>Business Requirements </vt:lpstr>
      <vt:lpstr>Background  </vt:lpstr>
      <vt:lpstr>Options Analysis &amp; Recommendation  </vt:lpstr>
      <vt:lpstr>Option 2 – Transfer the files to CQC and store in Azure File storage </vt:lpstr>
      <vt:lpstr>Option 3 – Transfer the files to CQC and store in the new document management system</vt:lpstr>
      <vt:lpstr>Option 3 - Transfer the files to CQC and store in the new document management system</vt:lpstr>
      <vt:lpstr>Option 2 - Transfer the files to CQC and store in Azure File storage   </vt:lpstr>
    </vt:vector>
  </TitlesOfParts>
  <Company>Care Quality Commission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Milan Bhatt</dc:creator>
  <cp:lastModifiedBy>David Garner</cp:lastModifiedBy>
  <cp:revision>2</cp:revision>
  <dcterms:created xsi:type="dcterms:W3CDTF">2025-05-22T10:07:50Z</dcterms:created>
  <dcterms:modified xsi:type="dcterms:W3CDTF">2026-06-25T15:55:38Z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0x01010052579998B4ADA94FA9434ABBD8B47A21</vt:lpwstr>
  </property>
  <property fmtid="{D5CDD505-2E9C-101B-9397-08002B2CF9AE}" pid="3" name="MediaServiceImageTags">
    <vt:lpwstr/>
  </property>
</Properties>
</file>